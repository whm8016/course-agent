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2.xml" ContentType="application/vnd.openxmlformats-officedocument.theme+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2"/>
  </p:sldMasterIdLst>
  <p:sldIdLst>
    <p:sldId id="257" r:id="rId3"/>
    <p:sldId id="258" r:id="rId4"/>
    <p:sldId id="293" r:id="rId5"/>
    <p:sldId id="297" r:id="rId6"/>
    <p:sldId id="298" r:id="rId7"/>
    <p:sldId id="300" r:id="rId8"/>
    <p:sldId id="302" r:id="rId9"/>
    <p:sldId id="304" r:id="rId10"/>
    <p:sldId id="305" r:id="rId11"/>
    <p:sldId id="294" r:id="rId12"/>
    <p:sldId id="306" r:id="rId13"/>
    <p:sldId id="307" r:id="rId14"/>
    <p:sldId id="308" r:id="rId15"/>
    <p:sldId id="309" r:id="rId16"/>
    <p:sldId id="295" r:id="rId17"/>
    <p:sldId id="310" r:id="rId18"/>
    <p:sldId id="311" r:id="rId19"/>
    <p:sldId id="312" r:id="rId20"/>
    <p:sldId id="313" r:id="rId21"/>
    <p:sldId id="314" r:id="rId22"/>
    <p:sldId id="315" r:id="rId23"/>
    <p:sldId id="316" r:id="rId24"/>
    <p:sldId id="317" r:id="rId25"/>
    <p:sldId id="318" r:id="rId26"/>
    <p:sldId id="319" r:id="rId27"/>
    <p:sldId id="320" r:id="rId28"/>
  </p:sldIdLst>
  <p:sldSz cx="12192000" cy="6858000"/>
  <p:notesSz cx="6858000" cy="9144000"/>
  <p:custDataLst>
    <p:tags r:id="rId29"/>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幸全" initials="幸全" lastIdx="1"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577CCE"/>
    <a:srgbClr val="D9D9D9"/>
    <a:srgbClr val="FFFFF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93" autoAdjust="0"/>
    <p:restoredTop sz="95519" autoAdjust="0"/>
  </p:normalViewPr>
  <p:slideViewPr>
    <p:cSldViewPr snapToGrid="0">
      <p:cViewPr varScale="1">
        <p:scale>
          <a:sx n="91" d="100"/>
          <a:sy n="91" d="100"/>
        </p:scale>
        <p:origin x="182" y="53"/>
      </p:cViewPr>
      <p:guideLst>
        <p:guide orient="horz" pos="2160"/>
        <p:guide pos="3840"/>
      </p:guideLst>
    </p:cSldViewPr>
  </p:slideViewPr>
  <p:outlineViewPr>
    <p:cViewPr>
      <p:scale>
        <a:sx n="33" d="100"/>
        <a:sy n="33" d="100"/>
      </p:scale>
      <p:origin x="0" y="-1080"/>
    </p:cViewPr>
  </p:outlin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tableStyles" Target="tableStyle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tags" Target="tags/tag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commentAuthors" Target="commentAuthors.xml"/><Relationship Id="rId8"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3" Type="http://schemas.openxmlformats.org/officeDocument/2006/relationships/tags" Target="../tags/tag10.xml"/><Relationship Id="rId2" Type="http://schemas.openxmlformats.org/officeDocument/2006/relationships/tags" Target="../tags/tag9.xml"/><Relationship Id="rId1" Type="http://schemas.openxmlformats.org/officeDocument/2006/relationships/tags" Target="../tags/tag8.xml"/><Relationship Id="rId6" Type="http://schemas.openxmlformats.org/officeDocument/2006/relationships/slideMaster" Target="../slideMasters/slideMaster1.xml"/><Relationship Id="rId5" Type="http://schemas.openxmlformats.org/officeDocument/2006/relationships/tags" Target="../tags/tag12.xml"/><Relationship Id="rId4" Type="http://schemas.openxmlformats.org/officeDocument/2006/relationships/tags" Target="../tags/tag11.xml"/></Relationships>
</file>

<file path=ppt/slideLayouts/_rels/slideLayout2.xml.rels><?xml version="1.0" encoding="UTF-8" standalone="yes"?>
<Relationships xmlns="http://schemas.openxmlformats.org/package/2006/relationships"><Relationship Id="rId3" Type="http://schemas.openxmlformats.org/officeDocument/2006/relationships/tags" Target="../tags/tag15.xml"/><Relationship Id="rId2" Type="http://schemas.openxmlformats.org/officeDocument/2006/relationships/tags" Target="../tags/tag14.xml"/><Relationship Id="rId1" Type="http://schemas.openxmlformats.org/officeDocument/2006/relationships/tags" Target="../tags/tag13.xml"/><Relationship Id="rId6" Type="http://schemas.openxmlformats.org/officeDocument/2006/relationships/slideMaster" Target="../slideMasters/slideMaster1.xml"/><Relationship Id="rId5" Type="http://schemas.openxmlformats.org/officeDocument/2006/relationships/tags" Target="../tags/tag17.xml"/><Relationship Id="rId4" Type="http://schemas.openxmlformats.org/officeDocument/2006/relationships/tags" Target="../tags/tag16.xml"/></Relationships>
</file>

<file path=ppt/slideLayouts/_rels/slideLayout3.xml.rels><?xml version="1.0" encoding="UTF-8" standalone="yes"?>
<Relationships xmlns="http://schemas.openxmlformats.org/package/2006/relationships"><Relationship Id="rId3" Type="http://schemas.openxmlformats.org/officeDocument/2006/relationships/tags" Target="../tags/tag20.xml"/><Relationship Id="rId2" Type="http://schemas.openxmlformats.org/officeDocument/2006/relationships/tags" Target="../tags/tag19.xml"/><Relationship Id="rId1" Type="http://schemas.openxmlformats.org/officeDocument/2006/relationships/tags" Target="../tags/tag18.xml"/><Relationship Id="rId6" Type="http://schemas.openxmlformats.org/officeDocument/2006/relationships/slideMaster" Target="../slideMasters/slideMaster1.xml"/><Relationship Id="rId5" Type="http://schemas.openxmlformats.org/officeDocument/2006/relationships/tags" Target="../tags/tag22.xml"/><Relationship Id="rId4" Type="http://schemas.openxmlformats.org/officeDocument/2006/relationships/tags" Target="../tags/tag21.xml"/></Relationships>
</file>

<file path=ppt/slideLayouts/_rels/slideLayout4.xml.rels><?xml version="1.0" encoding="UTF-8" standalone="yes"?>
<Relationships xmlns="http://schemas.openxmlformats.org/package/2006/relationships"><Relationship Id="rId3" Type="http://schemas.openxmlformats.org/officeDocument/2006/relationships/tags" Target="../tags/tag25.xml"/><Relationship Id="rId7" Type="http://schemas.openxmlformats.org/officeDocument/2006/relationships/slideMaster" Target="../slideMasters/slideMaster1.xml"/><Relationship Id="rId2" Type="http://schemas.openxmlformats.org/officeDocument/2006/relationships/tags" Target="../tags/tag24.xml"/><Relationship Id="rId1" Type="http://schemas.openxmlformats.org/officeDocument/2006/relationships/tags" Target="../tags/tag23.xml"/><Relationship Id="rId6" Type="http://schemas.openxmlformats.org/officeDocument/2006/relationships/tags" Target="../tags/tag28.xml"/><Relationship Id="rId5" Type="http://schemas.openxmlformats.org/officeDocument/2006/relationships/tags" Target="../tags/tag27.xml"/><Relationship Id="rId4" Type="http://schemas.openxmlformats.org/officeDocument/2006/relationships/tags" Target="../tags/tag26.xml"/></Relationships>
</file>

<file path=ppt/slideLayouts/_rels/slideLayout5.xml.rels><?xml version="1.0" encoding="UTF-8" standalone="yes"?>
<Relationships xmlns="http://schemas.openxmlformats.org/package/2006/relationships"><Relationship Id="rId8" Type="http://schemas.openxmlformats.org/officeDocument/2006/relationships/tags" Target="../tags/tag36.xml"/><Relationship Id="rId3" Type="http://schemas.openxmlformats.org/officeDocument/2006/relationships/tags" Target="../tags/tag31.xml"/><Relationship Id="rId7" Type="http://schemas.openxmlformats.org/officeDocument/2006/relationships/tags" Target="../tags/tag35.xml"/><Relationship Id="rId2" Type="http://schemas.openxmlformats.org/officeDocument/2006/relationships/tags" Target="../tags/tag30.xml"/><Relationship Id="rId1" Type="http://schemas.openxmlformats.org/officeDocument/2006/relationships/tags" Target="../tags/tag29.xml"/><Relationship Id="rId6" Type="http://schemas.openxmlformats.org/officeDocument/2006/relationships/tags" Target="../tags/tag34.xml"/><Relationship Id="rId5" Type="http://schemas.openxmlformats.org/officeDocument/2006/relationships/tags" Target="../tags/tag33.xml"/><Relationship Id="rId4" Type="http://schemas.openxmlformats.org/officeDocument/2006/relationships/tags" Target="../tags/tag32.xml"/><Relationship Id="rId9"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tags" Target="../tags/tag39.xml"/><Relationship Id="rId2" Type="http://schemas.openxmlformats.org/officeDocument/2006/relationships/tags" Target="../tags/tag38.xml"/><Relationship Id="rId1" Type="http://schemas.openxmlformats.org/officeDocument/2006/relationships/tags" Target="../tags/tag37.xml"/><Relationship Id="rId5" Type="http://schemas.openxmlformats.org/officeDocument/2006/relationships/slideMaster" Target="../slideMasters/slideMaster1.xml"/><Relationship Id="rId4" Type="http://schemas.openxmlformats.org/officeDocument/2006/relationships/tags" Target="../tags/tag40.xml"/></Relationships>
</file>

<file path=ppt/slideLayouts/_rels/slideLayout7.xml.rels><?xml version="1.0" encoding="UTF-8" standalone="yes"?>
<Relationships xmlns="http://schemas.openxmlformats.org/package/2006/relationships"><Relationship Id="rId3" Type="http://schemas.openxmlformats.org/officeDocument/2006/relationships/tags" Target="../tags/tag43.xml"/><Relationship Id="rId2" Type="http://schemas.openxmlformats.org/officeDocument/2006/relationships/tags" Target="../tags/tag42.xml"/><Relationship Id="rId1" Type="http://schemas.openxmlformats.org/officeDocument/2006/relationships/tags" Target="../tags/tag41.xml"/><Relationship Id="rId4"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tags" Target="../tags/tag46.xml"/><Relationship Id="rId7" Type="http://schemas.openxmlformats.org/officeDocument/2006/relationships/slideMaster" Target="../slideMasters/slideMaster1.xml"/><Relationship Id="rId2" Type="http://schemas.openxmlformats.org/officeDocument/2006/relationships/tags" Target="../tags/tag45.xml"/><Relationship Id="rId1" Type="http://schemas.openxmlformats.org/officeDocument/2006/relationships/tags" Target="../tags/tag44.xml"/><Relationship Id="rId6" Type="http://schemas.openxmlformats.org/officeDocument/2006/relationships/tags" Target="../tags/tag49.xml"/><Relationship Id="rId5" Type="http://schemas.openxmlformats.org/officeDocument/2006/relationships/tags" Target="../tags/tag48.xml"/><Relationship Id="rId4" Type="http://schemas.openxmlformats.org/officeDocument/2006/relationships/tags" Target="../tags/tag47.xml"/></Relationships>
</file>

<file path=ppt/slideLayouts/_rels/slideLayout9.xml.rels><?xml version="1.0" encoding="UTF-8" standalone="yes"?>
<Relationships xmlns="http://schemas.openxmlformats.org/package/2006/relationships"><Relationship Id="rId3" Type="http://schemas.openxmlformats.org/officeDocument/2006/relationships/tags" Target="../tags/tag52.xml"/><Relationship Id="rId2" Type="http://schemas.openxmlformats.org/officeDocument/2006/relationships/tags" Target="../tags/tag51.xml"/><Relationship Id="rId1" Type="http://schemas.openxmlformats.org/officeDocument/2006/relationships/tags" Target="../tags/tag50.xml"/><Relationship Id="rId6" Type="http://schemas.openxmlformats.org/officeDocument/2006/relationships/slideMaster" Target="../slideMasters/slideMaster1.xml"/><Relationship Id="rId5" Type="http://schemas.openxmlformats.org/officeDocument/2006/relationships/tags" Target="../tags/tag54.xml"/><Relationship Id="rId4" Type="http://schemas.openxmlformats.org/officeDocument/2006/relationships/tags" Target="../tags/tag53.xml"/></Relationships>
</file>

<file path=ppt/slideLayouts/_rels/slideLayout10.xml.rels><?xml version="1.0" encoding="UTF-8" standalone="yes"?>
<Relationships xmlns="http://schemas.openxmlformats.org/package/2006/relationships"><Relationship Id="rId3" Type="http://schemas.openxmlformats.org/officeDocument/2006/relationships/tags" Target="../tags/tag57.xml"/><Relationship Id="rId2" Type="http://schemas.openxmlformats.org/officeDocument/2006/relationships/tags" Target="../tags/tag56.xml"/><Relationship Id="rId1" Type="http://schemas.openxmlformats.org/officeDocument/2006/relationships/tags" Target="../tags/tag55.xml"/><Relationship Id="rId5" Type="http://schemas.openxmlformats.org/officeDocument/2006/relationships/slideMaster" Target="../slideMasters/slideMaster1.xml"/><Relationship Id="rId4" Type="http://schemas.openxmlformats.org/officeDocument/2006/relationships/tags" Target="../tags/tag58.xml"/></Relationships>
</file>

<file path=ppt/slideLayouts/_rels/slideLayout11.xml.rels><?xml version="1.0" encoding="UTF-8" standalone="yes"?>
<Relationships xmlns="http://schemas.openxmlformats.org/package/2006/relationships"><Relationship Id="rId3" Type="http://schemas.openxmlformats.org/officeDocument/2006/relationships/tags" Target="../tags/tag61.xml"/><Relationship Id="rId2" Type="http://schemas.openxmlformats.org/officeDocument/2006/relationships/tags" Target="../tags/tag60.xml"/><Relationship Id="rId1" Type="http://schemas.openxmlformats.org/officeDocument/2006/relationships/tags" Target="../tags/tag59.xml"/><Relationship Id="rId6" Type="http://schemas.openxmlformats.org/officeDocument/2006/relationships/slideMaster" Target="../slideMasters/slideMaster1.xml"/><Relationship Id="rId5" Type="http://schemas.openxmlformats.org/officeDocument/2006/relationships/tags" Target="../tags/tag63.xml"/><Relationship Id="rId4" Type="http://schemas.openxmlformats.org/officeDocument/2006/relationships/tags" Target="../tags/tag62.xml"/></Relationships>
</file>

<file path=ppt/slideLayouts/_rels/slideLayout12.xml.rels><?xml version="1.0" encoding="UTF-8" standalone="yes"?>
<Relationships xmlns="http://schemas.openxmlformats.org/package/2006/relationships"><Relationship Id="rId8" Type="http://schemas.openxmlformats.org/officeDocument/2006/relationships/tags" Target="../tags/tag77.xml"/><Relationship Id="rId13" Type="http://schemas.openxmlformats.org/officeDocument/2006/relationships/tags" Target="../tags/tag82.xml"/><Relationship Id="rId3" Type="http://schemas.openxmlformats.org/officeDocument/2006/relationships/tags" Target="../tags/tag72.xml"/><Relationship Id="rId7" Type="http://schemas.openxmlformats.org/officeDocument/2006/relationships/tags" Target="../tags/tag76.xml"/><Relationship Id="rId12" Type="http://schemas.openxmlformats.org/officeDocument/2006/relationships/tags" Target="../tags/tag81.xml"/><Relationship Id="rId2" Type="http://schemas.openxmlformats.org/officeDocument/2006/relationships/tags" Target="../tags/tag71.xml"/><Relationship Id="rId1" Type="http://schemas.openxmlformats.org/officeDocument/2006/relationships/tags" Target="../tags/tag70.xml"/><Relationship Id="rId6" Type="http://schemas.openxmlformats.org/officeDocument/2006/relationships/tags" Target="../tags/tag75.xml"/><Relationship Id="rId11" Type="http://schemas.openxmlformats.org/officeDocument/2006/relationships/tags" Target="../tags/tag80.xml"/><Relationship Id="rId5" Type="http://schemas.openxmlformats.org/officeDocument/2006/relationships/tags" Target="../tags/tag74.xml"/><Relationship Id="rId10" Type="http://schemas.openxmlformats.org/officeDocument/2006/relationships/tags" Target="../tags/tag79.xml"/><Relationship Id="rId4" Type="http://schemas.openxmlformats.org/officeDocument/2006/relationships/tags" Target="../tags/tag73.xml"/><Relationship Id="rId9" Type="http://schemas.openxmlformats.org/officeDocument/2006/relationships/tags" Target="../tags/tag78.xml"/><Relationship Id="rId14"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3" Type="http://schemas.openxmlformats.org/officeDocument/2006/relationships/tags" Target="../tags/tag85.xml"/><Relationship Id="rId2" Type="http://schemas.openxmlformats.org/officeDocument/2006/relationships/tags" Target="../tags/tag84.xml"/><Relationship Id="rId1" Type="http://schemas.openxmlformats.org/officeDocument/2006/relationships/tags" Target="../tags/tag83.xml"/><Relationship Id="rId6" Type="http://schemas.openxmlformats.org/officeDocument/2006/relationships/slideMaster" Target="../slideMasters/slideMaster2.xml"/><Relationship Id="rId5" Type="http://schemas.openxmlformats.org/officeDocument/2006/relationships/tags" Target="../tags/tag87.xml"/><Relationship Id="rId4" Type="http://schemas.openxmlformats.org/officeDocument/2006/relationships/tags" Target="../tags/tag86.xml"/></Relationships>
</file>

<file path=ppt/slideLayouts/_rels/slideLayout14.xml.rels><?xml version="1.0" encoding="UTF-8" standalone="yes"?>
<Relationships xmlns="http://schemas.openxmlformats.org/package/2006/relationships"><Relationship Id="rId3" Type="http://schemas.openxmlformats.org/officeDocument/2006/relationships/tags" Target="../tags/tag90.xml"/><Relationship Id="rId7" Type="http://schemas.openxmlformats.org/officeDocument/2006/relationships/slideMaster" Target="../slideMasters/slideMaster2.xml"/><Relationship Id="rId2" Type="http://schemas.openxmlformats.org/officeDocument/2006/relationships/tags" Target="../tags/tag89.xml"/><Relationship Id="rId1" Type="http://schemas.openxmlformats.org/officeDocument/2006/relationships/tags" Target="../tags/tag88.xml"/><Relationship Id="rId6" Type="http://schemas.openxmlformats.org/officeDocument/2006/relationships/tags" Target="../tags/tag93.xml"/><Relationship Id="rId5" Type="http://schemas.openxmlformats.org/officeDocument/2006/relationships/tags" Target="../tags/tag92.xml"/><Relationship Id="rId4" Type="http://schemas.openxmlformats.org/officeDocument/2006/relationships/tags" Target="../tags/tag91.xml"/></Relationships>
</file>

<file path=ppt/slideLayouts/_rels/slideLayout15.xml.rels><?xml version="1.0" encoding="UTF-8" standalone="yes"?>
<Relationships xmlns="http://schemas.openxmlformats.org/package/2006/relationships"><Relationship Id="rId3" Type="http://schemas.openxmlformats.org/officeDocument/2006/relationships/tags" Target="../tags/tag96.xml"/><Relationship Id="rId7" Type="http://schemas.openxmlformats.org/officeDocument/2006/relationships/slideMaster" Target="../slideMasters/slideMaster2.xml"/><Relationship Id="rId2" Type="http://schemas.openxmlformats.org/officeDocument/2006/relationships/tags" Target="../tags/tag95.xml"/><Relationship Id="rId1" Type="http://schemas.openxmlformats.org/officeDocument/2006/relationships/tags" Target="../tags/tag94.xml"/><Relationship Id="rId6" Type="http://schemas.openxmlformats.org/officeDocument/2006/relationships/tags" Target="../tags/tag99.xml"/><Relationship Id="rId5" Type="http://schemas.openxmlformats.org/officeDocument/2006/relationships/tags" Target="../tags/tag98.xml"/><Relationship Id="rId4" Type="http://schemas.openxmlformats.org/officeDocument/2006/relationships/tags" Target="../tags/tag97.xml"/></Relationships>
</file>

<file path=ppt/slideLayouts/_rels/slideLayout16.xml.rels><?xml version="1.0" encoding="UTF-8" standalone="yes"?>
<Relationships xmlns="http://schemas.openxmlformats.org/package/2006/relationships"><Relationship Id="rId8" Type="http://schemas.openxmlformats.org/officeDocument/2006/relationships/tags" Target="../tags/tag107.xml"/><Relationship Id="rId3" Type="http://schemas.openxmlformats.org/officeDocument/2006/relationships/tags" Target="../tags/tag102.xml"/><Relationship Id="rId7" Type="http://schemas.openxmlformats.org/officeDocument/2006/relationships/tags" Target="../tags/tag106.xml"/><Relationship Id="rId2" Type="http://schemas.openxmlformats.org/officeDocument/2006/relationships/tags" Target="../tags/tag101.xml"/><Relationship Id="rId1" Type="http://schemas.openxmlformats.org/officeDocument/2006/relationships/tags" Target="../tags/tag100.xml"/><Relationship Id="rId6" Type="http://schemas.openxmlformats.org/officeDocument/2006/relationships/tags" Target="../tags/tag105.xml"/><Relationship Id="rId5" Type="http://schemas.openxmlformats.org/officeDocument/2006/relationships/tags" Target="../tags/tag104.xml"/><Relationship Id="rId4" Type="http://schemas.openxmlformats.org/officeDocument/2006/relationships/tags" Target="../tags/tag103.xml"/><Relationship Id="rId9"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3" Type="http://schemas.openxmlformats.org/officeDocument/2006/relationships/tags" Target="../tags/tag110.xml"/><Relationship Id="rId2" Type="http://schemas.openxmlformats.org/officeDocument/2006/relationships/tags" Target="../tags/tag109.xml"/><Relationship Id="rId1" Type="http://schemas.openxmlformats.org/officeDocument/2006/relationships/tags" Target="../tags/tag108.xml"/><Relationship Id="rId5" Type="http://schemas.openxmlformats.org/officeDocument/2006/relationships/slideMaster" Target="../slideMasters/slideMaster2.xml"/><Relationship Id="rId4" Type="http://schemas.openxmlformats.org/officeDocument/2006/relationships/tags" Target="../tags/tag111.xml"/></Relationships>
</file>

<file path=ppt/slideLayouts/_rels/slideLayout18.xml.rels><?xml version="1.0" encoding="UTF-8" standalone="yes"?>
<Relationships xmlns="http://schemas.openxmlformats.org/package/2006/relationships"><Relationship Id="rId3" Type="http://schemas.openxmlformats.org/officeDocument/2006/relationships/tags" Target="../tags/tag114.xml"/><Relationship Id="rId2" Type="http://schemas.openxmlformats.org/officeDocument/2006/relationships/tags" Target="../tags/tag113.xml"/><Relationship Id="rId1" Type="http://schemas.openxmlformats.org/officeDocument/2006/relationships/tags" Target="../tags/tag112.xml"/><Relationship Id="rId4"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3" Type="http://schemas.openxmlformats.org/officeDocument/2006/relationships/tags" Target="../tags/tag117.xml"/><Relationship Id="rId7" Type="http://schemas.openxmlformats.org/officeDocument/2006/relationships/slideMaster" Target="../slideMasters/slideMaster2.xml"/><Relationship Id="rId2" Type="http://schemas.openxmlformats.org/officeDocument/2006/relationships/tags" Target="../tags/tag116.xml"/><Relationship Id="rId1" Type="http://schemas.openxmlformats.org/officeDocument/2006/relationships/tags" Target="../tags/tag115.xml"/><Relationship Id="rId6" Type="http://schemas.openxmlformats.org/officeDocument/2006/relationships/tags" Target="../tags/tag120.xml"/><Relationship Id="rId5" Type="http://schemas.openxmlformats.org/officeDocument/2006/relationships/tags" Target="../tags/tag119.xml"/><Relationship Id="rId4" Type="http://schemas.openxmlformats.org/officeDocument/2006/relationships/tags" Target="../tags/tag118.xml"/></Relationships>
</file>

<file path=ppt/slideLayouts/_rels/slideLayout20.xml.rels><?xml version="1.0" encoding="UTF-8" standalone="yes"?>
<Relationships xmlns="http://schemas.openxmlformats.org/package/2006/relationships"><Relationship Id="rId3" Type="http://schemas.openxmlformats.org/officeDocument/2006/relationships/tags" Target="../tags/tag123.xml"/><Relationship Id="rId2" Type="http://schemas.openxmlformats.org/officeDocument/2006/relationships/tags" Target="../tags/tag122.xml"/><Relationship Id="rId1" Type="http://schemas.openxmlformats.org/officeDocument/2006/relationships/tags" Target="../tags/tag121.xml"/><Relationship Id="rId6" Type="http://schemas.openxmlformats.org/officeDocument/2006/relationships/slideMaster" Target="../slideMasters/slideMaster2.xml"/><Relationship Id="rId5" Type="http://schemas.openxmlformats.org/officeDocument/2006/relationships/tags" Target="../tags/tag125.xml"/><Relationship Id="rId4" Type="http://schemas.openxmlformats.org/officeDocument/2006/relationships/tags" Target="../tags/tag124.xml"/></Relationships>
</file>

<file path=ppt/slideLayouts/_rels/slideLayout21.xml.rels><?xml version="1.0" encoding="UTF-8" standalone="yes"?>
<Relationships xmlns="http://schemas.openxmlformats.org/package/2006/relationships"><Relationship Id="rId3" Type="http://schemas.openxmlformats.org/officeDocument/2006/relationships/tags" Target="../tags/tag128.xml"/><Relationship Id="rId2" Type="http://schemas.openxmlformats.org/officeDocument/2006/relationships/tags" Target="../tags/tag127.xml"/><Relationship Id="rId1" Type="http://schemas.openxmlformats.org/officeDocument/2006/relationships/tags" Target="../tags/tag126.xml"/><Relationship Id="rId5" Type="http://schemas.openxmlformats.org/officeDocument/2006/relationships/slideMaster" Target="../slideMasters/slideMaster2.xml"/><Relationship Id="rId4" Type="http://schemas.openxmlformats.org/officeDocument/2006/relationships/tags" Target="../tags/tag129.xml"/></Relationships>
</file>

<file path=ppt/slideLayouts/_rels/slideLayout22.xml.rels><?xml version="1.0" encoding="UTF-8" standalone="yes"?>
<Relationships xmlns="http://schemas.openxmlformats.org/package/2006/relationships"><Relationship Id="rId8" Type="http://schemas.openxmlformats.org/officeDocument/2006/relationships/tags" Target="../tags/tag137.xml"/><Relationship Id="rId3" Type="http://schemas.openxmlformats.org/officeDocument/2006/relationships/tags" Target="../tags/tag132.xml"/><Relationship Id="rId7" Type="http://schemas.openxmlformats.org/officeDocument/2006/relationships/tags" Target="../tags/tag136.xml"/><Relationship Id="rId2" Type="http://schemas.openxmlformats.org/officeDocument/2006/relationships/tags" Target="../tags/tag131.xml"/><Relationship Id="rId1" Type="http://schemas.openxmlformats.org/officeDocument/2006/relationships/tags" Target="../tags/tag130.xml"/><Relationship Id="rId6" Type="http://schemas.openxmlformats.org/officeDocument/2006/relationships/tags" Target="../tags/tag135.xml"/><Relationship Id="rId5" Type="http://schemas.openxmlformats.org/officeDocument/2006/relationships/tags" Target="../tags/tag134.xml"/><Relationship Id="rId4" Type="http://schemas.openxmlformats.org/officeDocument/2006/relationships/tags" Target="../tags/tag133.xml"/><Relationship Id="rId9"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3" Type="http://schemas.openxmlformats.org/officeDocument/2006/relationships/tags" Target="../tags/tag140.xml"/><Relationship Id="rId2" Type="http://schemas.openxmlformats.org/officeDocument/2006/relationships/tags" Target="../tags/tag139.xml"/><Relationship Id="rId1" Type="http://schemas.openxmlformats.org/officeDocument/2006/relationships/tags" Target="../tags/tag138.xml"/><Relationship Id="rId5" Type="http://schemas.openxmlformats.org/officeDocument/2006/relationships/slideMaster" Target="../slideMasters/slideMaster2.xml"/><Relationship Id="rId4" Type="http://schemas.openxmlformats.org/officeDocument/2006/relationships/tags" Target="../tags/tag141.xml"/></Relationships>
</file>

<file path=ppt/slideLayouts/_rels/slideLayout24.xml.rels><?xml version="1.0" encoding="UTF-8" standalone="yes"?>
<Relationships xmlns="http://schemas.openxmlformats.org/package/2006/relationships"><Relationship Id="rId3" Type="http://schemas.openxmlformats.org/officeDocument/2006/relationships/tags" Target="../tags/tag144.xml"/><Relationship Id="rId7" Type="http://schemas.openxmlformats.org/officeDocument/2006/relationships/slideMaster" Target="../slideMasters/slideMaster2.xml"/><Relationship Id="rId2" Type="http://schemas.openxmlformats.org/officeDocument/2006/relationships/tags" Target="../tags/tag143.xml"/><Relationship Id="rId1" Type="http://schemas.openxmlformats.org/officeDocument/2006/relationships/tags" Target="../tags/tag142.xml"/><Relationship Id="rId6" Type="http://schemas.openxmlformats.org/officeDocument/2006/relationships/tags" Target="../tags/tag147.xml"/><Relationship Id="rId5" Type="http://schemas.openxmlformats.org/officeDocument/2006/relationships/tags" Target="../tags/tag146.xml"/><Relationship Id="rId4" Type="http://schemas.openxmlformats.org/officeDocument/2006/relationships/tags" Target="../tags/tag145.xml"/></Relationships>
</file>

<file path=ppt/slideLayouts/_rels/slideLayout25.xml.rels><?xml version="1.0" encoding="UTF-8" standalone="yes"?>
<Relationships xmlns="http://schemas.openxmlformats.org/package/2006/relationships"><Relationship Id="rId8" Type="http://schemas.openxmlformats.org/officeDocument/2006/relationships/tags" Target="../tags/tag155.xml"/><Relationship Id="rId3" Type="http://schemas.openxmlformats.org/officeDocument/2006/relationships/tags" Target="../tags/tag150.xml"/><Relationship Id="rId7" Type="http://schemas.openxmlformats.org/officeDocument/2006/relationships/tags" Target="../tags/tag154.xml"/><Relationship Id="rId2" Type="http://schemas.openxmlformats.org/officeDocument/2006/relationships/tags" Target="../tags/tag149.xml"/><Relationship Id="rId1" Type="http://schemas.openxmlformats.org/officeDocument/2006/relationships/tags" Target="../tags/tag148.xml"/><Relationship Id="rId6" Type="http://schemas.openxmlformats.org/officeDocument/2006/relationships/tags" Target="../tags/tag153.xml"/><Relationship Id="rId5" Type="http://schemas.openxmlformats.org/officeDocument/2006/relationships/tags" Target="../tags/tag152.xml"/><Relationship Id="rId10" Type="http://schemas.openxmlformats.org/officeDocument/2006/relationships/slideMaster" Target="../slideMasters/slideMaster2.xml"/><Relationship Id="rId4" Type="http://schemas.openxmlformats.org/officeDocument/2006/relationships/tags" Target="../tags/tag151.xml"/><Relationship Id="rId9" Type="http://schemas.openxmlformats.org/officeDocument/2006/relationships/tags" Target="../tags/tag156.xml"/></Relationships>
</file>

<file path=ppt/slideLayouts/_rels/slideLayout26.xml.rels><?xml version="1.0" encoding="UTF-8" standalone="yes"?>
<Relationships xmlns="http://schemas.openxmlformats.org/package/2006/relationships"><Relationship Id="rId8" Type="http://schemas.openxmlformats.org/officeDocument/2006/relationships/tags" Target="../tags/tag164.xml"/><Relationship Id="rId3" Type="http://schemas.openxmlformats.org/officeDocument/2006/relationships/tags" Target="../tags/tag159.xml"/><Relationship Id="rId7" Type="http://schemas.openxmlformats.org/officeDocument/2006/relationships/tags" Target="../tags/tag163.xml"/><Relationship Id="rId2" Type="http://schemas.openxmlformats.org/officeDocument/2006/relationships/tags" Target="../tags/tag158.xml"/><Relationship Id="rId1" Type="http://schemas.openxmlformats.org/officeDocument/2006/relationships/tags" Target="../tags/tag157.xml"/><Relationship Id="rId6" Type="http://schemas.openxmlformats.org/officeDocument/2006/relationships/tags" Target="../tags/tag162.xml"/><Relationship Id="rId5" Type="http://schemas.openxmlformats.org/officeDocument/2006/relationships/tags" Target="../tags/tag161.xml"/><Relationship Id="rId10" Type="http://schemas.openxmlformats.org/officeDocument/2006/relationships/slideMaster" Target="../slideMasters/slideMaster2.xml"/><Relationship Id="rId4" Type="http://schemas.openxmlformats.org/officeDocument/2006/relationships/tags" Target="../tags/tag160.xml"/><Relationship Id="rId9" Type="http://schemas.openxmlformats.org/officeDocument/2006/relationships/tags" Target="../tags/tag165.xml"/></Relationships>
</file>

<file path=ppt/slideLayouts/_rels/slideLayout27.xml.rels><?xml version="1.0" encoding="UTF-8" standalone="yes"?>
<Relationships xmlns="http://schemas.openxmlformats.org/package/2006/relationships"><Relationship Id="rId8" Type="http://schemas.openxmlformats.org/officeDocument/2006/relationships/tags" Target="../tags/tag173.xml"/><Relationship Id="rId3" Type="http://schemas.openxmlformats.org/officeDocument/2006/relationships/tags" Target="../tags/tag168.xml"/><Relationship Id="rId7" Type="http://schemas.openxmlformats.org/officeDocument/2006/relationships/tags" Target="../tags/tag172.xml"/><Relationship Id="rId2" Type="http://schemas.openxmlformats.org/officeDocument/2006/relationships/tags" Target="../tags/tag167.xml"/><Relationship Id="rId1" Type="http://schemas.openxmlformats.org/officeDocument/2006/relationships/tags" Target="../tags/tag166.xml"/><Relationship Id="rId6" Type="http://schemas.openxmlformats.org/officeDocument/2006/relationships/tags" Target="../tags/tag171.xml"/><Relationship Id="rId5" Type="http://schemas.openxmlformats.org/officeDocument/2006/relationships/tags" Target="../tags/tag170.xml"/><Relationship Id="rId4" Type="http://schemas.openxmlformats.org/officeDocument/2006/relationships/tags" Target="../tags/tag169.xml"/><Relationship Id="rId9"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8" Type="http://schemas.openxmlformats.org/officeDocument/2006/relationships/tags" Target="../tags/tag181.xml"/><Relationship Id="rId3" Type="http://schemas.openxmlformats.org/officeDocument/2006/relationships/tags" Target="../tags/tag176.xml"/><Relationship Id="rId7" Type="http://schemas.openxmlformats.org/officeDocument/2006/relationships/tags" Target="../tags/tag180.xml"/><Relationship Id="rId2" Type="http://schemas.openxmlformats.org/officeDocument/2006/relationships/tags" Target="../tags/tag175.xml"/><Relationship Id="rId1" Type="http://schemas.openxmlformats.org/officeDocument/2006/relationships/tags" Target="../tags/tag174.xml"/><Relationship Id="rId6" Type="http://schemas.openxmlformats.org/officeDocument/2006/relationships/tags" Target="../tags/tag179.xml"/><Relationship Id="rId5" Type="http://schemas.openxmlformats.org/officeDocument/2006/relationships/tags" Target="../tags/tag178.xml"/><Relationship Id="rId10" Type="http://schemas.openxmlformats.org/officeDocument/2006/relationships/slideMaster" Target="../slideMasters/slideMaster2.xml"/><Relationship Id="rId4" Type="http://schemas.openxmlformats.org/officeDocument/2006/relationships/tags" Target="../tags/tag177.xml"/><Relationship Id="rId9" Type="http://schemas.openxmlformats.org/officeDocument/2006/relationships/tags" Target="../tags/tag182.xml"/></Relationships>
</file>

<file path=ppt/slideLayouts/_rels/slideLayout29.xml.rels><?xml version="1.0" encoding="UTF-8" standalone="yes"?>
<Relationships xmlns="http://schemas.openxmlformats.org/package/2006/relationships"><Relationship Id="rId3" Type="http://schemas.openxmlformats.org/officeDocument/2006/relationships/tags" Target="../tags/tag185.xml"/><Relationship Id="rId7" Type="http://schemas.openxmlformats.org/officeDocument/2006/relationships/slideMaster" Target="../slideMasters/slideMaster2.xml"/><Relationship Id="rId2" Type="http://schemas.openxmlformats.org/officeDocument/2006/relationships/tags" Target="../tags/tag184.xml"/><Relationship Id="rId1" Type="http://schemas.openxmlformats.org/officeDocument/2006/relationships/tags" Target="../tags/tag183.xml"/><Relationship Id="rId6" Type="http://schemas.openxmlformats.org/officeDocument/2006/relationships/tags" Target="../tags/tag188.xml"/><Relationship Id="rId5" Type="http://schemas.openxmlformats.org/officeDocument/2006/relationships/tags" Target="../tags/tag187.xml"/><Relationship Id="rId4" Type="http://schemas.openxmlformats.org/officeDocument/2006/relationships/tags" Target="../tags/tag186.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hasCustomPrompt="1"/>
            <p:custDataLst>
              <p:tags r:id="rId1"/>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dirty="0"/>
              <a:t>单击此处编辑标题</a:t>
            </a:r>
          </a:p>
        </p:txBody>
      </p:sp>
      <p:sp>
        <p:nvSpPr>
          <p:cNvPr id="3" name="副标题 2"/>
          <p:cNvSpPr>
            <a:spLocks noGrp="1"/>
          </p:cNvSpPr>
          <p:nvPr>
            <p:ph type="subTitle" idx="1" hasCustomPrompt="1"/>
            <p:custDataLst>
              <p:tags r:id="rId2"/>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uFillTx/>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单击此处编辑副标题</a:t>
            </a:r>
          </a:p>
        </p:txBody>
      </p:sp>
      <p:sp>
        <p:nvSpPr>
          <p:cNvPr id="16" name="日期占位符 15"/>
          <p:cNvSpPr>
            <a:spLocks noGrp="1"/>
          </p:cNvSpPr>
          <p:nvPr>
            <p:ph type="dt" sz="half" idx="10"/>
            <p:custDataLst>
              <p:tags r:id="rId3"/>
            </p:custDataLst>
          </p:nvPr>
        </p:nvSpPr>
        <p:spPr/>
        <p:txBody>
          <a:bodyPr/>
          <a:lstStyle/>
          <a:p>
            <a:fld id="{760FBDFE-C587-4B4C-A407-44438C67B59E}" type="datetimeFigureOut">
              <a:rPr lang="zh-CN" altLang="en-US" smtClean="0"/>
              <a:t>2023/7/3</a:t>
            </a:fld>
            <a:endParaRPr lang="zh-CN" altLang="en-US"/>
          </a:p>
        </p:txBody>
      </p:sp>
      <p:sp>
        <p:nvSpPr>
          <p:cNvPr id="17" name="页脚占位符 16"/>
          <p:cNvSpPr>
            <a:spLocks noGrp="1"/>
          </p:cNvSpPr>
          <p:nvPr>
            <p:ph type="ftr" sz="quarter" idx="11"/>
            <p:custDataLst>
              <p:tags r:id="rId4"/>
            </p:custDataLst>
          </p:nvPr>
        </p:nvSpPr>
        <p:spPr/>
        <p:txBody>
          <a:bodyPr/>
          <a:lstStyle/>
          <a:p>
            <a:endParaRPr lang="zh-CN" altLang="en-US" dirty="0"/>
          </a:p>
        </p:txBody>
      </p:sp>
      <p:sp>
        <p:nvSpPr>
          <p:cNvPr id="18" name="灯片编号占位符 17"/>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p>
        </p:txBody>
      </p:sp>
      <p:sp>
        <p:nvSpPr>
          <p:cNvPr id="3" name="内容占位符 2"/>
          <p:cNvSpPr>
            <a:spLocks noGrp="1"/>
          </p:cNvSpPr>
          <p:nvPr>
            <p:ph idx="1"/>
            <p:custDataLst>
              <p:tags r:id="rId2"/>
            </p:custDataLst>
          </p:nvPr>
        </p:nvSpPr>
        <p:spPr>
          <a:xfrm>
            <a:off x="608400" y="1490400"/>
            <a:ext cx="10969200" cy="4759200"/>
          </a:xfrm>
        </p:spPr>
        <p:txBody>
          <a:bodyPr vert="horz" lIns="90000" tIns="46800" rIns="90000" bIns="4680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t>2023/7/3</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1"/>
            </p:custDataLst>
          </p:nvPr>
        </p:nvSpPr>
        <p:spPr>
          <a:xfrm>
            <a:off x="1990800" y="3848400"/>
            <a:ext cx="7768800" cy="766800"/>
          </a:xfrm>
        </p:spPr>
        <p:txBody>
          <a:bodyPr lIns="90000" tIns="46800" rIns="90000" bIns="46800" anchor="b" anchorCtr="0">
            <a:normAutofit/>
          </a:bodyPr>
          <a:lstStyle>
            <a:lvl1pPr>
              <a:defRPr sz="4400"/>
            </a:lvl1pPr>
          </a:lstStyle>
          <a:p>
            <a:r>
              <a:rPr lang="zh-CN" altLang="en-US" dirty="0"/>
              <a:t>单击此处编辑标题</a:t>
            </a:r>
          </a:p>
        </p:txBody>
      </p:sp>
      <p:sp>
        <p:nvSpPr>
          <p:cNvPr id="3" name="文本占位符 2"/>
          <p:cNvSpPr>
            <a:spLocks noGrp="1"/>
          </p:cNvSpPr>
          <p:nvPr>
            <p:ph type="body" idx="1" hasCustomPrompt="1"/>
            <p:custDataLst>
              <p:tags r:id="rId2"/>
            </p:custDataLst>
          </p:nvPr>
        </p:nvSpPr>
        <p:spPr>
          <a:xfrm>
            <a:off x="1990800" y="4615200"/>
            <a:ext cx="77688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t>2023/7/3</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p>
        </p:txBody>
      </p:sp>
      <p:sp>
        <p:nvSpPr>
          <p:cNvPr id="3" name="内容占位符 2"/>
          <p:cNvSpPr>
            <a:spLocks noGrp="1"/>
          </p:cNvSpPr>
          <p:nvPr>
            <p:ph sz="half" idx="1"/>
            <p:custDataLst>
              <p:tags r:id="rId2"/>
            </p:custDataLst>
          </p:nvPr>
        </p:nvSpPr>
        <p:spPr>
          <a:xfrm>
            <a:off x="608400" y="1501200"/>
            <a:ext cx="5176800" cy="4748400"/>
          </a:xfrm>
        </p:spPr>
        <p:txBody>
          <a:bodyPr vert="horz" lIns="90000" tIns="46800" rIns="90000" bIns="4680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custDataLst>
              <p:tags r:id="rId3"/>
            </p:custDataLst>
          </p:nvPr>
        </p:nvSpPr>
        <p:spPr>
          <a:xfrm>
            <a:off x="6411600" y="1501200"/>
            <a:ext cx="5176800" cy="4748400"/>
          </a:xfrm>
        </p:spPr>
        <p:txBody>
          <a:bodyPr lIns="90000" tIns="46800" rIns="90000" bIns="4680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日期占位符 4"/>
          <p:cNvSpPr>
            <a:spLocks noGrp="1"/>
          </p:cNvSpPr>
          <p:nvPr>
            <p:ph type="dt" sz="half" idx="10"/>
            <p:custDataLst>
              <p:tags r:id="rId4"/>
            </p:custDataLst>
          </p:nvPr>
        </p:nvSpPr>
        <p:spPr/>
        <p:txBody>
          <a:bodyPr/>
          <a:lstStyle/>
          <a:p>
            <a:fld id="{760FBDFE-C587-4B4C-A407-44438C67B59E}" type="datetimeFigureOut">
              <a:rPr lang="zh-CN" altLang="en-US" smtClean="0"/>
              <a:t>2023/7/3</a:t>
            </a:fld>
            <a:endParaRPr lang="zh-CN" altLang="en-US"/>
          </a:p>
        </p:txBody>
      </p:sp>
      <p:sp>
        <p:nvSpPr>
          <p:cNvPr id="6" name="页脚占位符 5"/>
          <p:cNvSpPr>
            <a:spLocks noGrp="1"/>
          </p:cNvSpPr>
          <p:nvPr>
            <p:ph type="ftr" sz="quarter" idx="11"/>
            <p:custDataLst>
              <p:tags r:id="rId5"/>
            </p:custDataLst>
          </p:nvPr>
        </p:nvSpPr>
        <p:spPr/>
        <p:txBody>
          <a:bodyPr/>
          <a:lstStyle/>
          <a:p>
            <a:endParaRPr lang="zh-CN" altLang="en-US"/>
          </a:p>
        </p:txBody>
      </p:sp>
      <p:sp>
        <p:nvSpPr>
          <p:cNvPr id="7" name="灯片编号占位符 6"/>
          <p:cNvSpPr>
            <a:spLocks noGrp="1"/>
          </p:cNvSpPr>
          <p:nvPr>
            <p:ph type="sldNum" sz="quarter" idx="12"/>
            <p:custDataLst>
              <p:tags r:id="rId6"/>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p>
        </p:txBody>
      </p:sp>
      <p:sp>
        <p:nvSpPr>
          <p:cNvPr id="3" name="文本占位符 2"/>
          <p:cNvSpPr>
            <a:spLocks noGrp="1"/>
          </p:cNvSpPr>
          <p:nvPr>
            <p:ph type="body" idx="1" hasCustomPrompt="1"/>
            <p:custDataLst>
              <p:tags r:id="rId2"/>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p>
        </p:txBody>
      </p:sp>
      <p:sp>
        <p:nvSpPr>
          <p:cNvPr id="4" name="内容占位符 3"/>
          <p:cNvSpPr>
            <a:spLocks noGrp="1"/>
          </p:cNvSpPr>
          <p:nvPr>
            <p:ph sz="half" idx="2"/>
            <p:custDataLst>
              <p:tags r:id="rId3"/>
            </p:custDataLst>
          </p:nvPr>
        </p:nvSpPr>
        <p:spPr>
          <a:xfrm>
            <a:off x="608400" y="1854000"/>
            <a:ext cx="5342400" cy="4395600"/>
          </a:xfrm>
        </p:spPr>
        <p:txBody>
          <a:bodyPr vert="horz" lIns="101600" tIns="0" rIns="82550" bIns="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hasCustomPrompt="1"/>
            <p:custDataLst>
              <p:tags r:id="rId4"/>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单击此处编辑文本</a:t>
            </a:r>
          </a:p>
        </p:txBody>
      </p:sp>
      <p:sp>
        <p:nvSpPr>
          <p:cNvPr id="6" name="内容占位符 5"/>
          <p:cNvSpPr>
            <a:spLocks noGrp="1"/>
          </p:cNvSpPr>
          <p:nvPr>
            <p:ph sz="quarter" idx="4"/>
            <p:custDataLst>
              <p:tags r:id="rId5"/>
            </p:custDataLst>
          </p:nvPr>
        </p:nvSpPr>
        <p:spPr>
          <a:xfrm>
            <a:off x="6235750" y="1854000"/>
            <a:ext cx="5342400" cy="4395600"/>
          </a:xfrm>
        </p:spPr>
        <p:txBody>
          <a:bodyPr vert="horz" lIns="101600" tIns="0" rIns="82550" bIns="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custDataLst>
              <p:tags r:id="rId6"/>
            </p:custDataLst>
          </p:nvPr>
        </p:nvSpPr>
        <p:spPr/>
        <p:txBody>
          <a:bodyPr/>
          <a:lstStyle/>
          <a:p>
            <a:fld id="{760FBDFE-C587-4B4C-A407-44438C67B59E}" type="datetimeFigureOut">
              <a:rPr lang="zh-CN" altLang="en-US" smtClean="0"/>
              <a:t>2023/7/3</a:t>
            </a:fld>
            <a:endParaRPr lang="zh-CN" altLang="en-US"/>
          </a:p>
        </p:txBody>
      </p:sp>
      <p:sp>
        <p:nvSpPr>
          <p:cNvPr id="8" name="页脚占位符 7"/>
          <p:cNvSpPr>
            <a:spLocks noGrp="1"/>
          </p:cNvSpPr>
          <p:nvPr>
            <p:ph type="ftr" sz="quarter" idx="11"/>
            <p:custDataLst>
              <p:tags r:id="rId7"/>
            </p:custDataLst>
          </p:nvPr>
        </p:nvSpPr>
        <p:spPr/>
        <p:txBody>
          <a:bodyPr/>
          <a:lstStyle/>
          <a:p>
            <a:endParaRPr lang="zh-CN" altLang="en-US"/>
          </a:p>
        </p:txBody>
      </p:sp>
      <p:sp>
        <p:nvSpPr>
          <p:cNvPr id="9" name="灯片编号占位符 8"/>
          <p:cNvSpPr>
            <a:spLocks noGrp="1"/>
          </p:cNvSpPr>
          <p:nvPr>
            <p:ph type="sldNum" sz="quarter" idx="12"/>
            <p:custDataLst>
              <p:tags r:id="rId8"/>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p>
        </p:txBody>
      </p:sp>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t>2023/7/3</a:t>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1"/>
            </p:custDataLst>
          </p:nvPr>
        </p:nvSpPr>
        <p:spPr/>
        <p:txBody>
          <a:bodyPr/>
          <a:lstStyle/>
          <a:p>
            <a:fld id="{760FBDFE-C587-4B4C-A407-44438C67B59E}" type="datetimeFigureOut">
              <a:rPr lang="zh-CN" altLang="en-US" smtClean="0"/>
              <a:t>2023/7/3</a:t>
            </a:fld>
            <a:endParaRPr lang="zh-CN" altLang="en-US"/>
          </a:p>
        </p:txBody>
      </p:sp>
      <p:sp>
        <p:nvSpPr>
          <p:cNvPr id="3" name="页脚占位符 2"/>
          <p:cNvSpPr>
            <a:spLocks noGrp="1"/>
          </p:cNvSpPr>
          <p:nvPr>
            <p:ph type="ftr" sz="quarter" idx="11"/>
            <p:custDataLst>
              <p:tags r:id="rId2"/>
            </p:custDataLst>
          </p:nvPr>
        </p:nvSpPr>
        <p:spPr/>
        <p:txBody>
          <a:bodyPr/>
          <a:lstStyle/>
          <a:p>
            <a:endParaRPr lang="zh-CN" altLang="en-US"/>
          </a:p>
        </p:txBody>
      </p:sp>
      <p:sp>
        <p:nvSpPr>
          <p:cNvPr id="4" name="灯片编号占位符 3"/>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1"/>
            </p:custDataLst>
          </p:nvPr>
        </p:nvSpPr>
        <p:spPr>
          <a:xfrm>
            <a:off x="608330" y="1555115"/>
            <a:ext cx="5233035" cy="4608195"/>
          </a:xfrm>
        </p:spPr>
        <p:txBody>
          <a:bodyPr vert="horz" lIns="90000" tIns="46800" rIns="90000" bIns="46800" rtlCol="0">
            <a:normAutofit/>
          </a:bodyPr>
          <a:lstStyle>
            <a:lvl1pPr>
              <a:buNone/>
              <a:defRPr sz="1600"/>
            </a:lvl1pPr>
          </a:lstStyle>
          <a:p>
            <a:pPr lvl="0"/>
            <a:endParaRPr lang="zh-CN" altLang="en-US"/>
          </a:p>
        </p:txBody>
      </p:sp>
      <p:sp>
        <p:nvSpPr>
          <p:cNvPr id="4" name="文本占位符 3"/>
          <p:cNvSpPr>
            <a:spLocks noGrp="1"/>
          </p:cNvSpPr>
          <p:nvPr>
            <p:ph type="body" sz="half" idx="2"/>
            <p:custDataLst>
              <p:tags r:id="rId2"/>
            </p:custDataLst>
          </p:nvPr>
        </p:nvSpPr>
        <p:spPr>
          <a:xfrm>
            <a:off x="6350400" y="1555200"/>
            <a:ext cx="5227200" cy="4608000"/>
          </a:xfrm>
        </p:spPr>
        <p:txBody>
          <a:bodyPr vert="horz" lIns="90000" tIns="46800" rIns="90000" bIns="46800" rtlCol="0">
            <a:normAutofit/>
          </a:bodyPr>
          <a:lstStyle>
            <a:lvl1pPr>
              <a:buNone/>
              <a:defRPr sz="1600"/>
            </a:lvl1pPr>
          </a:lstStyle>
          <a:p>
            <a:pPr lvl="0"/>
            <a:r>
              <a:rPr lang="zh-CN" altLang="en-US"/>
              <a:t>单击此处编辑母版文本样式</a:t>
            </a:r>
          </a:p>
        </p:txBody>
      </p:sp>
      <p:sp>
        <p:nvSpPr>
          <p:cNvPr id="5" name="日期占位符 4"/>
          <p:cNvSpPr>
            <a:spLocks noGrp="1"/>
          </p:cNvSpPr>
          <p:nvPr>
            <p:ph type="dt" sz="half" idx="10"/>
            <p:custDataLst>
              <p:tags r:id="rId3"/>
            </p:custDataLst>
          </p:nvPr>
        </p:nvSpPr>
        <p:spPr/>
        <p:txBody>
          <a:bodyPr/>
          <a:lstStyle/>
          <a:p>
            <a:fld id="{9EFD9D74-47D9-4702-A33C-335B63B48DBF}" type="datetimeFigureOut">
              <a:rPr lang="zh-CN" altLang="en-US" smtClean="0"/>
              <a:t>2023/7/3</a:t>
            </a:fld>
            <a:endParaRPr lang="zh-CN" altLang="en-US" dirty="0"/>
          </a:p>
        </p:txBody>
      </p:sp>
      <p:sp>
        <p:nvSpPr>
          <p:cNvPr id="6" name="页脚占位符 5"/>
          <p:cNvSpPr>
            <a:spLocks noGrp="1"/>
          </p:cNvSpPr>
          <p:nvPr>
            <p:ph type="ftr" sz="quarter" idx="11"/>
            <p:custDataLst>
              <p:tags r:id="rId4"/>
            </p:custDataLst>
          </p:nvPr>
        </p:nvSpPr>
        <p:spPr/>
        <p:txBody>
          <a:bodyPr/>
          <a:lstStyle/>
          <a:p>
            <a:endParaRPr lang="zh-CN" altLang="en-US" dirty="0"/>
          </a:p>
        </p:txBody>
      </p:sp>
      <p:sp>
        <p:nvSpPr>
          <p:cNvPr id="7" name="灯片编号占位符 6"/>
          <p:cNvSpPr>
            <a:spLocks noGrp="1"/>
          </p:cNvSpPr>
          <p:nvPr>
            <p:ph type="sldNum" sz="quarter" idx="12"/>
            <p:custDataLst>
              <p:tags r:id="rId5"/>
            </p:custDataLst>
          </p:nvPr>
        </p:nvSpPr>
        <p:spPr/>
        <p:txBody>
          <a:bodyPr/>
          <a:lstStyle/>
          <a:p>
            <a:fld id="{FABC47A4-756D-490B-A52F-7D9E2C9FC05F}" type="slidenum">
              <a:rPr lang="zh-CN" altLang="en-US" smtClean="0"/>
              <a:t>‹#›</a:t>
            </a:fld>
            <a:endParaRPr lang="zh-CN" altLang="en-US"/>
          </a:p>
        </p:txBody>
      </p:sp>
      <p:sp>
        <p:nvSpPr>
          <p:cNvPr id="9" name="标题 8"/>
          <p:cNvSpPr>
            <a:spLocks noGrp="1"/>
          </p:cNvSpPr>
          <p:nvPr>
            <p:ph type="title"/>
            <p:custDataLst>
              <p:tags r:id="rId6"/>
            </p:custDataLst>
          </p:nvPr>
        </p:nvSpPr>
        <p:spPr/>
        <p:txBody>
          <a:bodyPr/>
          <a:lstStyle/>
          <a:p>
            <a:r>
              <a:rPr lang="zh-CN" altLang="en-US"/>
              <a:t>单击此处编辑母版标题样式</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1"/>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lang="zh-CN" altLang="en-US"/>
              <a:t>单击此处编辑标题</a:t>
            </a:r>
          </a:p>
        </p:txBody>
      </p:sp>
      <p:sp>
        <p:nvSpPr>
          <p:cNvPr id="3" name="竖排文字占位符 2"/>
          <p:cNvSpPr>
            <a:spLocks noGrp="1"/>
          </p:cNvSpPr>
          <p:nvPr>
            <p:ph type="body" orient="vert" idx="1"/>
            <p:custDataLst>
              <p:tags r:id="rId2"/>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t>2023/7/3</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1"/>
            </p:custDataLst>
          </p:nvPr>
        </p:nvSpPr>
        <p:spPr/>
        <p:txBody>
          <a:bodyPr/>
          <a:lstStyle/>
          <a:p>
            <a:fld id="{760FBDFE-C587-4B4C-A407-44438C67B59E}" type="datetimeFigureOut">
              <a:rPr lang="zh-CN" altLang="en-US" smtClean="0"/>
              <a:t>2023/7/3</a:t>
            </a:fld>
            <a:endParaRPr lang="zh-CN" altLang="en-US"/>
          </a:p>
        </p:txBody>
      </p:sp>
      <p:sp>
        <p:nvSpPr>
          <p:cNvPr id="4" name="页脚占位符 3"/>
          <p:cNvSpPr>
            <a:spLocks noGrp="1"/>
          </p:cNvSpPr>
          <p:nvPr>
            <p:ph type="ftr" sz="quarter" idx="11"/>
            <p:custDataLst>
              <p:tags r:id="rId2"/>
            </p:custDataLst>
          </p:nvPr>
        </p:nvSpPr>
        <p:spPr/>
        <p:txBody>
          <a:bodyPr/>
          <a:lstStyle/>
          <a:p>
            <a:endParaRPr lang="zh-CN" altLang="en-US"/>
          </a:p>
        </p:txBody>
      </p:sp>
      <p:sp>
        <p:nvSpPr>
          <p:cNvPr id="5" name="灯片编号占位符 4"/>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7" name="内容占位符 6"/>
          <p:cNvSpPr>
            <a:spLocks noGrp="1"/>
          </p:cNvSpPr>
          <p:nvPr>
            <p:ph sz="quarter" idx="13"/>
            <p:custDataLst>
              <p:tags r:id="rId4"/>
            </p:custDataLst>
          </p:nvPr>
        </p:nvSpPr>
        <p:spPr>
          <a:xfrm>
            <a:off x="608400" y="774000"/>
            <a:ext cx="10972800" cy="5482800"/>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1"/>
            </p:custDataLst>
          </p:nvPr>
        </p:nvSpPr>
        <p:spPr/>
        <p:txBody>
          <a:bodyPr/>
          <a:lstStyle/>
          <a:p>
            <a:fld id="{760FBDFE-C587-4B4C-A407-44438C67B59E}" type="datetimeFigureOut">
              <a:rPr lang="zh-CN" altLang="en-US" smtClean="0"/>
              <a:t>2023/7/3</a:t>
            </a:fld>
            <a:endParaRPr lang="zh-CN" altLang="en-US"/>
          </a:p>
        </p:txBody>
      </p:sp>
      <p:sp>
        <p:nvSpPr>
          <p:cNvPr id="4" name="页脚占位符 3"/>
          <p:cNvSpPr>
            <a:spLocks noGrp="1"/>
          </p:cNvSpPr>
          <p:nvPr>
            <p:ph type="ftr" sz="quarter" idx="11"/>
            <p:custDataLst>
              <p:tags r:id="rId2"/>
            </p:custDataLst>
          </p:nvPr>
        </p:nvSpPr>
        <p:spPr/>
        <p:txBody>
          <a:bodyPr/>
          <a:lstStyle/>
          <a:p>
            <a:endParaRPr lang="zh-CN" altLang="en-US"/>
          </a:p>
        </p:txBody>
      </p:sp>
      <p:sp>
        <p:nvSpPr>
          <p:cNvPr id="5" name="灯片编号占位符 4"/>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2" name="标题 1"/>
          <p:cNvSpPr>
            <a:spLocks noGrp="1"/>
          </p:cNvSpPr>
          <p:nvPr>
            <p:ph type="title" hasCustomPrompt="1"/>
            <p:custDataLst>
              <p:tags r:id="rId4"/>
            </p:custDataLst>
          </p:nvPr>
        </p:nvSpPr>
        <p:spPr>
          <a:xfrm>
            <a:off x="1198800" y="2484000"/>
            <a:ext cx="9799200" cy="1018800"/>
          </a:xfrm>
        </p:spPr>
        <p:txBody>
          <a:bodyPr vert="horz" lIns="90000" tIns="46800" rIns="90000" bIns="46800" rtlCol="0" anchor="t" anchorCtr="0">
            <a:normAutofit/>
          </a:bodyPr>
          <a:lstStyle>
            <a:lvl1pPr algn="ctr">
              <a:defRPr sz="6000"/>
            </a:lvl1pPr>
          </a:lstStyle>
          <a:p>
            <a:pPr lvl="0"/>
            <a:r>
              <a:rPr lang="zh-CN" altLang="en-US"/>
              <a:t>单击此处编辑标题</a:t>
            </a:r>
          </a:p>
        </p:txBody>
      </p:sp>
      <p:sp>
        <p:nvSpPr>
          <p:cNvPr id="7" name="文本占位符 6"/>
          <p:cNvSpPr>
            <a:spLocks noGrp="1"/>
          </p:cNvSpPr>
          <p:nvPr>
            <p:ph type="body" sz="quarter" idx="13"/>
            <p:custDataLst>
              <p:tags r:id="rId5"/>
            </p:custDataLst>
          </p:nvPr>
        </p:nvSpPr>
        <p:spPr>
          <a:xfrm>
            <a:off x="1198800" y="3560400"/>
            <a:ext cx="9799200" cy="471600"/>
          </a:xfrm>
        </p:spPr>
        <p:txBody>
          <a:bodyPr lIns="90000" tIns="46800" rIns="90000" bIns="46800">
            <a:normAutofit/>
          </a:bodyPr>
          <a:lstStyle>
            <a:lvl1pPr algn="ctr">
              <a:lnSpc>
                <a:spcPct val="110000"/>
              </a:lnSpc>
              <a:buNone/>
              <a:defRPr sz="2400" spc="200"/>
            </a:lvl1pPr>
          </a:lstStyle>
          <a:p>
            <a:pPr lvl="0"/>
            <a:r>
              <a:rPr lang="zh-CN" altLang="en-US" dirty="0"/>
              <a:t>单击此处编辑母版文本样式</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
        <p:nvSpPr>
          <p:cNvPr id="7" name="矩形 6"/>
          <p:cNvSpPr/>
          <p:nvPr userDrawn="1">
            <p:custDataLst>
              <p:tags r:id="rId1"/>
            </p:custDataLst>
          </p:nvPr>
        </p:nvSpPr>
        <p:spPr>
          <a:xfrm>
            <a:off x="274320" y="321260"/>
            <a:ext cx="11683455" cy="3930530"/>
          </a:xfrm>
          <a:prstGeom prst="rect">
            <a:avLst/>
          </a:prstGeom>
          <a:solidFill>
            <a:schemeClr val="tx2">
              <a:lumMod val="10000"/>
              <a:alpha val="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chemeClr val="lt1"/>
              </a:solidFill>
              <a:highlight>
                <a:srgbClr val="1171F1"/>
              </a:highlight>
            </a:endParaRPr>
          </a:p>
        </p:txBody>
      </p:sp>
      <p:sp>
        <p:nvSpPr>
          <p:cNvPr id="8" name="任意形状 8"/>
          <p:cNvSpPr/>
          <p:nvPr userDrawn="1">
            <p:custDataLst>
              <p:tags r:id="rId2"/>
            </p:custDataLst>
          </p:nvPr>
        </p:nvSpPr>
        <p:spPr>
          <a:xfrm>
            <a:off x="9490237" y="321259"/>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0"/>
                </a:schemeClr>
              </a:gs>
              <a:gs pos="100000">
                <a:schemeClr val="bg2"/>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solidFill>
                <a:schemeClr val="lt1"/>
              </a:solidFill>
              <a:highlight>
                <a:srgbClr val="1171F1"/>
              </a:highlight>
            </a:endParaRPr>
          </a:p>
        </p:txBody>
      </p:sp>
      <p:sp>
        <p:nvSpPr>
          <p:cNvPr id="9" name="任意形状 9"/>
          <p:cNvSpPr/>
          <p:nvPr userDrawn="1">
            <p:custDataLst>
              <p:tags r:id="rId3"/>
            </p:custDataLst>
          </p:nvPr>
        </p:nvSpPr>
        <p:spPr>
          <a:xfrm rot="10800000">
            <a:off x="261015" y="2411670"/>
            <a:ext cx="1887415" cy="184012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bg2">
                  <a:alpha val="5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solidFill>
                <a:schemeClr val="lt1"/>
              </a:solidFill>
              <a:highlight>
                <a:srgbClr val="1171F1"/>
              </a:highlight>
            </a:endParaRPr>
          </a:p>
        </p:txBody>
      </p:sp>
      <p:sp>
        <p:nvSpPr>
          <p:cNvPr id="10" name="矩形 9"/>
          <p:cNvSpPr/>
          <p:nvPr userDrawn="1">
            <p:custDataLst>
              <p:tags r:id="rId4"/>
            </p:custDataLst>
          </p:nvPr>
        </p:nvSpPr>
        <p:spPr>
          <a:xfrm>
            <a:off x="9471025" y="6254750"/>
            <a:ext cx="1800225" cy="76201"/>
          </a:xfrm>
          <a:prstGeom prst="rect">
            <a:avLst/>
          </a:prstGeom>
          <a:solidFill>
            <a:schemeClr val="bg2">
              <a:lumMod val="95000"/>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endParaRPr>
          </a:p>
        </p:txBody>
      </p:sp>
      <p:sp>
        <p:nvSpPr>
          <p:cNvPr id="11" name="矩形 10"/>
          <p:cNvSpPr/>
          <p:nvPr userDrawn="1">
            <p:custDataLst>
              <p:tags r:id="rId5"/>
            </p:custDataLst>
          </p:nvPr>
        </p:nvSpPr>
        <p:spPr>
          <a:xfrm flipV="1">
            <a:off x="750570" y="6305550"/>
            <a:ext cx="715645" cy="76201"/>
          </a:xfrm>
          <a:prstGeom prst="rect">
            <a:avLst/>
          </a:prstGeom>
          <a:solidFill>
            <a:schemeClr val="bg2">
              <a:lumMod val="95000"/>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endParaRPr>
          </a:p>
        </p:txBody>
      </p:sp>
      <p:sp>
        <p:nvSpPr>
          <p:cNvPr id="12" name="矩形 11"/>
          <p:cNvSpPr/>
          <p:nvPr userDrawn="1">
            <p:custDataLst>
              <p:tags r:id="rId6"/>
            </p:custDataLst>
          </p:nvPr>
        </p:nvSpPr>
        <p:spPr>
          <a:xfrm>
            <a:off x="1555115" y="6306820"/>
            <a:ext cx="88900" cy="76201"/>
          </a:xfrm>
          <a:prstGeom prst="rect">
            <a:avLst/>
          </a:prstGeom>
          <a:solidFill>
            <a:schemeClr val="bg2">
              <a:lumMod val="95000"/>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endParaRPr>
          </a:p>
        </p:txBody>
      </p:sp>
      <p:sp>
        <p:nvSpPr>
          <p:cNvPr id="13" name="矩形 12"/>
          <p:cNvSpPr/>
          <p:nvPr userDrawn="1">
            <p:custDataLst>
              <p:tags r:id="rId7"/>
            </p:custDataLst>
          </p:nvPr>
        </p:nvSpPr>
        <p:spPr>
          <a:xfrm>
            <a:off x="1731010" y="6306820"/>
            <a:ext cx="253365" cy="76201"/>
          </a:xfrm>
          <a:prstGeom prst="rect">
            <a:avLst/>
          </a:prstGeom>
          <a:solidFill>
            <a:schemeClr val="bg2">
              <a:lumMod val="95000"/>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endParaRPr>
          </a:p>
        </p:txBody>
      </p:sp>
      <p:sp>
        <p:nvSpPr>
          <p:cNvPr id="16" name="日期占位符 15"/>
          <p:cNvSpPr>
            <a:spLocks noGrp="1"/>
          </p:cNvSpPr>
          <p:nvPr>
            <p:ph type="dt" sz="half" idx="10"/>
            <p:custDataLst>
              <p:tags r:id="rId8"/>
            </p:custDataLst>
          </p:nvPr>
        </p:nvSpPr>
        <p:spPr/>
        <p:txBody>
          <a:bodyPr/>
          <a:lstStyle/>
          <a:p>
            <a:fld id="{760FBDFE-C587-4B4C-A407-44438C67B59E}" type="datetimeFigureOut">
              <a:rPr lang="zh-CN" altLang="en-US" smtClean="0"/>
              <a:t>2023/7/3</a:t>
            </a:fld>
            <a:endParaRPr lang="zh-CN" altLang="en-US"/>
          </a:p>
        </p:txBody>
      </p:sp>
      <p:sp>
        <p:nvSpPr>
          <p:cNvPr id="17" name="页脚占位符 16"/>
          <p:cNvSpPr>
            <a:spLocks noGrp="1"/>
          </p:cNvSpPr>
          <p:nvPr>
            <p:ph type="ftr" sz="quarter" idx="11"/>
            <p:custDataLst>
              <p:tags r:id="rId9"/>
            </p:custDataLst>
          </p:nvPr>
        </p:nvSpPr>
        <p:spPr/>
        <p:txBody>
          <a:bodyPr/>
          <a:lstStyle/>
          <a:p>
            <a:endParaRPr lang="zh-CN" altLang="en-US" dirty="0"/>
          </a:p>
        </p:txBody>
      </p:sp>
      <p:sp>
        <p:nvSpPr>
          <p:cNvPr id="18" name="灯片编号占位符 17"/>
          <p:cNvSpPr>
            <a:spLocks noGrp="1"/>
          </p:cNvSpPr>
          <p:nvPr>
            <p:ph type="sldNum" sz="quarter" idx="12"/>
            <p:custDataLst>
              <p:tags r:id="rId10"/>
            </p:custDataLst>
          </p:nvPr>
        </p:nvSpPr>
        <p:spPr/>
        <p:txBody>
          <a:bodyPr/>
          <a:lstStyle/>
          <a:p>
            <a:fld id="{49AE70B2-8BF9-45C0-BB95-33D1B9D3A854}" type="slidenum">
              <a:rPr lang="zh-CN" altLang="en-US" smtClean="0"/>
              <a:t>‹#›</a:t>
            </a:fld>
            <a:endParaRPr lang="zh-CN" altLang="en-US" dirty="0"/>
          </a:p>
        </p:txBody>
      </p:sp>
      <p:sp>
        <p:nvSpPr>
          <p:cNvPr id="2" name="标题 1"/>
          <p:cNvSpPr>
            <a:spLocks noGrp="1"/>
          </p:cNvSpPr>
          <p:nvPr>
            <p:ph type="ctrTitle" hasCustomPrompt="1"/>
            <p:custDataLst>
              <p:tags r:id="rId11"/>
            </p:custDataLst>
          </p:nvPr>
        </p:nvSpPr>
        <p:spPr>
          <a:xfrm>
            <a:off x="883644" y="809127"/>
            <a:ext cx="9144000" cy="1896745"/>
          </a:xfrm>
        </p:spPr>
        <p:txBody>
          <a:bodyPr lIns="91440" tIns="45720" rIns="91440" bIns="0" anchor="b" anchorCtr="0">
            <a:normAutofit/>
          </a:bodyPr>
          <a:lstStyle>
            <a:lvl1pPr algn="l">
              <a:defRPr sz="6600" b="1" spc="600" baseline="0">
                <a:latin typeface="Arial" panose="020B0604020202020204" pitchFamily="34" charset="0"/>
              </a:defRPr>
            </a:lvl1pPr>
          </a:lstStyle>
          <a:p>
            <a:r>
              <a:rPr lang="zh-CN" altLang="en-US" dirty="0"/>
              <a:t>单击此处编辑标题</a:t>
            </a:r>
          </a:p>
        </p:txBody>
      </p:sp>
      <p:sp>
        <p:nvSpPr>
          <p:cNvPr id="3" name="副标题 2"/>
          <p:cNvSpPr>
            <a:spLocks noGrp="1"/>
          </p:cNvSpPr>
          <p:nvPr>
            <p:ph type="subTitle" idx="1" hasCustomPrompt="1"/>
            <p:custDataLst>
              <p:tags r:id="rId12"/>
            </p:custDataLst>
          </p:nvPr>
        </p:nvSpPr>
        <p:spPr>
          <a:xfrm>
            <a:off x="883643" y="3017520"/>
            <a:ext cx="9144000" cy="890270"/>
          </a:xfrm>
        </p:spPr>
        <p:txBody>
          <a:bodyPr lIns="91440" tIns="0" rIns="91440" bIns="45720">
            <a:normAutofit/>
          </a:bodyPr>
          <a:lstStyle>
            <a:lvl1pPr marL="0" indent="0" algn="l" eaLnBrk="1" fontAlgn="auto" latinLnBrk="0" hangingPunct="1">
              <a:lnSpc>
                <a:spcPct val="100000"/>
              </a:lnSpc>
              <a:buNone/>
              <a:defRPr sz="2400" u="none" strike="noStrike" kern="1200" cap="none" spc="200" normalizeH="0" baseline="0">
                <a:solidFill>
                  <a:schemeClr val="tx1">
                    <a:lumMod val="85000"/>
                    <a:lumOff val="15000"/>
                  </a:schemeClr>
                </a:solidFill>
                <a:uFillTx/>
                <a:latin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单击此处编辑副标题</a:t>
            </a:r>
          </a:p>
        </p:txBody>
      </p:sp>
      <p:sp>
        <p:nvSpPr>
          <p:cNvPr id="5" name="文本占位符 4"/>
          <p:cNvSpPr>
            <a:spLocks noGrp="1"/>
          </p:cNvSpPr>
          <p:nvPr>
            <p:ph type="body" sz="quarter" idx="13" hasCustomPrompt="1"/>
            <p:custDataLst>
              <p:tags r:id="rId13"/>
            </p:custDataLst>
          </p:nvPr>
        </p:nvSpPr>
        <p:spPr>
          <a:xfrm>
            <a:off x="883644" y="5050433"/>
            <a:ext cx="3365430" cy="579657"/>
          </a:xfrm>
        </p:spPr>
        <p:txBody>
          <a:bodyPr lIns="91440" tIns="45720" rIns="91440" bIns="45720">
            <a:normAutofit/>
          </a:bodyPr>
          <a:lstStyle>
            <a:lvl1pPr marL="0" indent="0">
              <a:buNone/>
              <a:defRPr sz="2400" baseline="0">
                <a:solidFill>
                  <a:schemeClr val="accent1"/>
                </a:solidFill>
                <a:latin typeface="Arial" panose="020B0604020202020204" pitchFamily="34" charset="0"/>
              </a:defRPr>
            </a:lvl1pPr>
          </a:lstStyle>
          <a:p>
            <a:pPr lvl="0"/>
            <a:r>
              <a:rPr lang="zh-CN" altLang="en-US" dirty="0"/>
              <a:t>编辑文本</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69882" y="443234"/>
            <a:ext cx="10852237" cy="441964"/>
          </a:xfrm>
        </p:spPr>
        <p:txBody>
          <a:bodyPr vert="horz" lIns="101600" tIns="38100" rIns="76200" bIns="38100" rtlCol="0" anchor="t" anchorCtr="0">
            <a:noAutofit/>
          </a:bodyPr>
          <a:lstStyle>
            <a:lvl1pPr marL="0" marR="0" algn="l" defTabSz="914400" rtl="0" eaLnBrk="1" fontAlgn="auto" latinLnBrk="0" hangingPunct="1">
              <a:lnSpc>
                <a:spcPct val="100000"/>
              </a:lnSpc>
              <a:buNone/>
              <a:defRPr kumimoji="0" lang="zh-CN" altLang="en-US" sz="2400" b="1" i="0" u="none" strike="noStrike" kern="1200" cap="none" spc="200" normalizeH="0" baseline="0" noProof="1" dirty="0">
                <a:solidFill>
                  <a:schemeClr val="accent1"/>
                </a:solidFill>
                <a:uFillTx/>
                <a:latin typeface="Arial" panose="020B0604020202020204" pitchFamily="34" charset="0"/>
                <a:ea typeface="微软雅黑" panose="020B0503020204020204" charset="-122"/>
                <a:cs typeface="+mj-cs"/>
                <a:sym typeface="+mn-ea"/>
              </a:defRPr>
            </a:lvl1pPr>
          </a:lstStyle>
          <a:p>
            <a:pPr lvl="0"/>
            <a:r>
              <a:rPr dirty="0">
                <a:sym typeface="+mn-ea"/>
              </a:rPr>
              <a:t>单击此处编辑母版标题样式</a:t>
            </a:r>
          </a:p>
        </p:txBody>
      </p:sp>
      <p:sp>
        <p:nvSpPr>
          <p:cNvPr id="3" name="内容占位符 2"/>
          <p:cNvSpPr>
            <a:spLocks noGrp="1"/>
          </p:cNvSpPr>
          <p:nvPr>
            <p:ph idx="1"/>
            <p:custDataLst>
              <p:tags r:id="rId2"/>
            </p:custDataLst>
          </p:nvPr>
        </p:nvSpPr>
        <p:spPr>
          <a:xfrm>
            <a:off x="669882" y="952508"/>
            <a:ext cx="10852237" cy="5388907"/>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t>2023/7/3</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14" name="矩形 13"/>
          <p:cNvSpPr/>
          <p:nvPr userDrawn="1">
            <p:custDataLst>
              <p:tags r:id="rId1"/>
            </p:custDataLst>
          </p:nvPr>
        </p:nvSpPr>
        <p:spPr>
          <a:xfrm>
            <a:off x="0" y="6474460"/>
            <a:ext cx="12192000" cy="383540"/>
          </a:xfrm>
          <a:prstGeom prst="rect">
            <a:avLst/>
          </a:prstGeom>
          <a:solidFill>
            <a:schemeClr val="tx2">
              <a:lumMod val="10000"/>
              <a:alpha val="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highlight>
                <a:srgbClr val="1171F1"/>
              </a:highlight>
            </a:endParaRPr>
          </a:p>
        </p:txBody>
      </p:sp>
      <p:sp>
        <p:nvSpPr>
          <p:cNvPr id="2" name="标题 1"/>
          <p:cNvSpPr>
            <a:spLocks noGrp="1"/>
          </p:cNvSpPr>
          <p:nvPr>
            <p:ph type="title" hasCustomPrompt="1"/>
            <p:custDataLst>
              <p:tags r:id="rId2"/>
            </p:custDataLst>
          </p:nvPr>
        </p:nvSpPr>
        <p:spPr>
          <a:xfrm>
            <a:off x="4676775" y="2059757"/>
            <a:ext cx="6243774" cy="922021"/>
          </a:xfrm>
        </p:spPr>
        <p:txBody>
          <a:bodyPr lIns="91440" tIns="45720" rIns="91440" bIns="0" anchor="b" anchorCtr="0">
            <a:normAutofit/>
          </a:bodyPr>
          <a:lstStyle>
            <a:lvl1pPr>
              <a:defRPr sz="5400" u="none" strike="noStrike" kern="1200" cap="none" spc="300" normalizeH="0" baseline="0">
                <a:solidFill>
                  <a:schemeClr val="accent1"/>
                </a:solidFill>
                <a:uFillTx/>
                <a:latin typeface="Arial" panose="020B0604020202020204" pitchFamily="34" charset="0"/>
                <a:ea typeface="微软雅黑" panose="020B0503020204020204" charset="-122"/>
              </a:defRPr>
            </a:lvl1pPr>
          </a:lstStyle>
          <a:p>
            <a:r>
              <a:rPr lang="zh-CN" altLang="en-US" dirty="0"/>
              <a:t>单击此处编辑标题</a:t>
            </a:r>
          </a:p>
        </p:txBody>
      </p:sp>
      <p:sp>
        <p:nvSpPr>
          <p:cNvPr id="3" name="文本占位符 2"/>
          <p:cNvSpPr>
            <a:spLocks noGrp="1"/>
          </p:cNvSpPr>
          <p:nvPr>
            <p:ph type="body" idx="1" hasCustomPrompt="1"/>
            <p:custDataLst>
              <p:tags r:id="rId3"/>
            </p:custDataLst>
          </p:nvPr>
        </p:nvSpPr>
        <p:spPr>
          <a:xfrm>
            <a:off x="4676775" y="3102596"/>
            <a:ext cx="6243774" cy="1401006"/>
          </a:xfrm>
        </p:spPr>
        <p:txBody>
          <a:bodyPr lIns="91440" tIns="0" rIns="91440" bIns="45720">
            <a:normAutofit/>
          </a:bodyPr>
          <a:lstStyle>
            <a:lvl1pPr marL="0" indent="0" eaLnBrk="1" fontAlgn="auto" latinLnBrk="0" hangingPunct="1">
              <a:buNone/>
              <a:defRPr kumimoji="0" lang="zh-CN" altLang="en-US" sz="1800" b="0" i="0" u="none" strike="noStrike" kern="1200" cap="none" spc="150" normalizeH="0" baseline="0" noProof="1">
                <a:solidFill>
                  <a:schemeClr val="tx1">
                    <a:lumMod val="85000"/>
                    <a:lumOff val="15000"/>
                  </a:schemeClr>
                </a:solidFill>
                <a:uFillTx/>
                <a:latin typeface="Arial" panose="020B0604020202020204" pitchFamily="34" charset="0"/>
                <a:ea typeface="微软雅黑" panose="020B0503020204020204" charset="-122"/>
                <a:cs typeface="+mn-cs"/>
                <a:sym typeface="+mn-ea"/>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t>2023/7/3</a:t>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69882" y="443234"/>
            <a:ext cx="10852237" cy="441964"/>
          </a:xfrm>
        </p:spPr>
        <p:txBody>
          <a:bodyPr vert="horz" lIns="101600" tIns="38100" rIns="76200" bIns="38100" rtlCol="0" anchor="t" anchorCtr="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accent1"/>
                </a:solidFill>
                <a:uFillTx/>
                <a:latin typeface="Arial" panose="020B0604020202020204" pitchFamily="34" charset="0"/>
                <a:ea typeface="微软雅黑" panose="020B0503020204020204" charset="-122"/>
                <a:cs typeface="+mj-cs"/>
                <a:sym typeface="+mn-ea"/>
              </a:defRPr>
            </a:lvl1pPr>
          </a:lstStyle>
          <a:p>
            <a:pPr lvl="0"/>
            <a:r>
              <a:rPr dirty="0">
                <a:sym typeface="+mn-ea"/>
              </a:rPr>
              <a:t>单击此处编辑母版标题样式</a:t>
            </a:r>
          </a:p>
        </p:txBody>
      </p:sp>
      <p:sp>
        <p:nvSpPr>
          <p:cNvPr id="3" name="内容占位符 2"/>
          <p:cNvSpPr>
            <a:spLocks noGrp="1"/>
          </p:cNvSpPr>
          <p:nvPr>
            <p:ph sz="half" idx="1"/>
            <p:custDataLst>
              <p:tags r:id="rId2"/>
            </p:custDataLst>
          </p:nvPr>
        </p:nvSpPr>
        <p:spPr>
          <a:xfrm>
            <a:off x="669930" y="952508"/>
            <a:ext cx="5283242" cy="5388907"/>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5pPr>
          </a:lstStyle>
          <a:p>
            <a:pPr lvl="0"/>
            <a:r>
              <a:rPr>
                <a:sym typeface="+mn-ea"/>
              </a:rPr>
              <a:t>单击此处编辑母版文本样式</a:t>
            </a:r>
          </a:p>
          <a:p>
            <a:pPr lvl="1"/>
            <a:r>
              <a:rPr>
                <a:sym typeface="+mn-ea"/>
              </a:rPr>
              <a:t>第二级</a:t>
            </a:r>
          </a:p>
          <a:p>
            <a:pPr lvl="2"/>
            <a:r>
              <a:rPr>
                <a:sym typeface="+mn-ea"/>
              </a:rPr>
              <a:t>第三级</a:t>
            </a:r>
          </a:p>
          <a:p>
            <a:pPr lvl="3"/>
            <a:r>
              <a:rPr>
                <a:sym typeface="+mn-ea"/>
              </a:rPr>
              <a:t>第四级</a:t>
            </a:r>
          </a:p>
          <a:p>
            <a:pPr lvl="4"/>
            <a:r>
              <a:rPr>
                <a:sym typeface="+mn-ea"/>
              </a:rPr>
              <a:t>第五级</a:t>
            </a:r>
          </a:p>
        </p:txBody>
      </p:sp>
      <p:sp>
        <p:nvSpPr>
          <p:cNvPr id="4" name="内容占位符 3"/>
          <p:cNvSpPr>
            <a:spLocks noGrp="1"/>
          </p:cNvSpPr>
          <p:nvPr>
            <p:ph sz="half" idx="2"/>
            <p:custDataLst>
              <p:tags r:id="rId3"/>
            </p:custDataLst>
          </p:nvPr>
        </p:nvSpPr>
        <p:spPr>
          <a:xfrm>
            <a:off x="6238877" y="952508"/>
            <a:ext cx="5283242" cy="5388907"/>
          </a:xfrm>
        </p:spPr>
        <p:txBody>
          <a:bodyPr>
            <a:noAutofit/>
          </a:bodyPr>
          <a:lstStyle>
            <a:lvl1pPr>
              <a:defRPr sz="1600" baseline="0">
                <a:solidFill>
                  <a:schemeClr val="tx1">
                    <a:lumMod val="85000"/>
                    <a:lumOff val="15000"/>
                  </a:schemeClr>
                </a:solidFill>
                <a:latin typeface="Arial" panose="020B0604020202020204" pitchFamily="34" charset="0"/>
                <a:ea typeface="微软雅黑" panose="020B0503020204020204" charset="-122"/>
              </a:defRPr>
            </a:lvl1pPr>
            <a:lvl2pPr>
              <a:defRPr sz="1600" baseline="0">
                <a:solidFill>
                  <a:schemeClr val="tx1">
                    <a:lumMod val="85000"/>
                    <a:lumOff val="15000"/>
                  </a:schemeClr>
                </a:solidFill>
                <a:latin typeface="Arial" panose="020B0604020202020204" pitchFamily="34" charset="0"/>
                <a:ea typeface="微软雅黑" panose="020B0503020204020204" charset="-122"/>
              </a:defRPr>
            </a:lvl2pPr>
            <a:lvl3pPr>
              <a:defRPr sz="1600" baseline="0">
                <a:solidFill>
                  <a:schemeClr val="tx1">
                    <a:lumMod val="85000"/>
                    <a:lumOff val="15000"/>
                  </a:schemeClr>
                </a:solidFill>
                <a:latin typeface="Arial" panose="020B0604020202020204" pitchFamily="34" charset="0"/>
                <a:ea typeface="微软雅黑" panose="020B0503020204020204" charset="-122"/>
              </a:defRPr>
            </a:lvl3pPr>
            <a:lvl4pPr>
              <a:defRPr sz="1600" baseline="0">
                <a:solidFill>
                  <a:schemeClr val="tx1">
                    <a:lumMod val="85000"/>
                    <a:lumOff val="15000"/>
                  </a:schemeClr>
                </a:solidFill>
                <a:latin typeface="Arial" panose="020B0604020202020204" pitchFamily="34" charset="0"/>
                <a:ea typeface="微软雅黑" panose="020B0503020204020204" charset="-122"/>
              </a:defRPr>
            </a:lvl4pPr>
            <a:lvl5pPr>
              <a:defRPr sz="1600" baseline="0">
                <a:solidFill>
                  <a:schemeClr val="tx1">
                    <a:lumMod val="85000"/>
                    <a:lumOff val="1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日期占位符 4"/>
          <p:cNvSpPr>
            <a:spLocks noGrp="1"/>
          </p:cNvSpPr>
          <p:nvPr>
            <p:ph type="dt" sz="half" idx="10"/>
            <p:custDataLst>
              <p:tags r:id="rId4"/>
            </p:custDataLst>
          </p:nvPr>
        </p:nvSpPr>
        <p:spPr/>
        <p:txBody>
          <a:bodyPr/>
          <a:lstStyle/>
          <a:p>
            <a:fld id="{760FBDFE-C587-4B4C-A407-44438C67B59E}" type="datetimeFigureOut">
              <a:rPr lang="zh-CN" altLang="en-US" smtClean="0"/>
              <a:t>2023/7/3</a:t>
            </a:fld>
            <a:endParaRPr lang="zh-CN" altLang="en-US"/>
          </a:p>
        </p:txBody>
      </p:sp>
      <p:sp>
        <p:nvSpPr>
          <p:cNvPr id="6" name="页脚占位符 5"/>
          <p:cNvSpPr>
            <a:spLocks noGrp="1"/>
          </p:cNvSpPr>
          <p:nvPr>
            <p:ph type="ftr" sz="quarter" idx="11"/>
            <p:custDataLst>
              <p:tags r:id="rId5"/>
            </p:custDataLst>
          </p:nvPr>
        </p:nvSpPr>
        <p:spPr/>
        <p:txBody>
          <a:bodyPr/>
          <a:lstStyle/>
          <a:p>
            <a:endParaRPr lang="zh-CN" altLang="en-US"/>
          </a:p>
        </p:txBody>
      </p:sp>
      <p:sp>
        <p:nvSpPr>
          <p:cNvPr id="7" name="灯片编号占位符 6"/>
          <p:cNvSpPr>
            <a:spLocks noGrp="1"/>
          </p:cNvSpPr>
          <p:nvPr>
            <p:ph type="sldNum" sz="quarter" idx="12"/>
            <p:custDataLst>
              <p:tags r:id="rId6"/>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69882" y="443234"/>
            <a:ext cx="10852237" cy="441964"/>
          </a:xfrm>
        </p:spPr>
        <p:txBody>
          <a:bodyPr vert="horz" lIns="101600" tIns="38100" rIns="76200" bIns="38100" rtlCol="0" anchor="t" anchorCtr="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accent1"/>
                </a:solidFill>
                <a:uFillTx/>
                <a:latin typeface="Arial" panose="020B0604020202020204" pitchFamily="34" charset="0"/>
                <a:ea typeface="微软雅黑" panose="020B0503020204020204" charset="-122"/>
                <a:cs typeface="+mj-cs"/>
                <a:sym typeface="+mn-ea"/>
              </a:defRPr>
            </a:lvl1pPr>
          </a:lstStyle>
          <a:p>
            <a:pPr lvl="0"/>
            <a:r>
              <a:rPr dirty="0">
                <a:sym typeface="+mn-ea"/>
              </a:rPr>
              <a:t>单击此处编辑母版标题样式</a:t>
            </a:r>
          </a:p>
        </p:txBody>
      </p:sp>
      <p:sp>
        <p:nvSpPr>
          <p:cNvPr id="3" name="文本占位符 2"/>
          <p:cNvSpPr>
            <a:spLocks noGrp="1"/>
          </p:cNvSpPr>
          <p:nvPr>
            <p:ph type="body" idx="1" hasCustomPrompt="1"/>
            <p:custDataLst>
              <p:tags r:id="rId2"/>
            </p:custDataLst>
          </p:nvPr>
        </p:nvSpPr>
        <p:spPr>
          <a:xfrm>
            <a:off x="669930" y="952508"/>
            <a:ext cx="5283242" cy="381003"/>
          </a:xfrm>
        </p:spPr>
        <p:txBody>
          <a:bodyPr lIns="101600" tIns="38100" rIns="76200" bIns="38100" anchor="t" anchorCtr="0">
            <a:noAutofit/>
          </a:bodyPr>
          <a:lstStyle>
            <a:lvl1pPr marL="0" indent="0" eaLnBrk="1" fontAlgn="auto" latinLnBrk="0" hangingPunct="1">
              <a:lnSpc>
                <a:spcPct val="100000"/>
              </a:lnSpc>
              <a:spcAft>
                <a:spcPts val="0"/>
              </a:spcAft>
              <a:buNone/>
              <a:defRPr sz="2000" b="0" u="none" strike="noStrike" kern="1200" cap="none" spc="200" normalizeH="0" baseline="0">
                <a:solidFill>
                  <a:schemeClr val="tx1">
                    <a:lumMod val="85000"/>
                    <a:lumOff val="15000"/>
                  </a:schemeClr>
                </a:solidFill>
                <a:uFillTx/>
                <a:latin typeface="Arial" panose="020B0604020202020204" pitchFamily="34" charset="0"/>
                <a:ea typeface="微软雅黑" panose="020B0503020204020204"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p>
        </p:txBody>
      </p:sp>
      <p:sp>
        <p:nvSpPr>
          <p:cNvPr id="4" name="内容占位符 3"/>
          <p:cNvSpPr>
            <a:spLocks noGrp="1"/>
          </p:cNvSpPr>
          <p:nvPr>
            <p:ph sz="half" idx="2"/>
            <p:custDataLst>
              <p:tags r:id="rId3"/>
            </p:custDataLst>
          </p:nvPr>
        </p:nvSpPr>
        <p:spPr>
          <a:xfrm>
            <a:off x="669925" y="1406525"/>
            <a:ext cx="5283200" cy="4934752"/>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5" name="文本占位符 4"/>
          <p:cNvSpPr>
            <a:spLocks noGrp="1"/>
          </p:cNvSpPr>
          <p:nvPr>
            <p:ph type="body" sz="quarter" idx="3" hasCustomPrompt="1"/>
            <p:custDataLst>
              <p:tags r:id="rId4"/>
            </p:custDataLst>
          </p:nvPr>
        </p:nvSpPr>
        <p:spPr>
          <a:xfrm>
            <a:off x="6235750" y="952508"/>
            <a:ext cx="5283242" cy="381003"/>
          </a:xfrm>
        </p:spPr>
        <p:txBody>
          <a:bodyPr vert="horz" lIns="101600" tIns="38100" rIns="76200" bIns="38100" rtlCol="0" anchor="t" anchorCtr="0">
            <a:noAutofit/>
          </a:bodyPr>
          <a:lstStyle>
            <a:lvl1pPr marL="0" marR="0" lvl="0" indent="0" algn="l" defTabSz="914400" rtl="0" eaLnBrk="1" fontAlgn="auto" latinLnBrk="0" hangingPunct="1">
              <a:lnSpc>
                <a:spcPct val="100000"/>
              </a:lnSpc>
              <a:spcBef>
                <a:spcPts val="0"/>
              </a:spcBef>
              <a:spcAft>
                <a:spcPts val="0"/>
              </a:spcAft>
              <a:buFont typeface="Arial" panose="020B0604020202020204" pitchFamily="34" charset="0"/>
              <a:buNone/>
              <a:defRPr kumimoji="0" lang="zh-CN" altLang="en-US" sz="2000" b="0" i="0" u="none" strike="noStrike" kern="1200" cap="none" spc="20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a:sym typeface="+mn-ea"/>
              </a:rPr>
              <a:t>单击此处编辑文本</a:t>
            </a:r>
          </a:p>
        </p:txBody>
      </p:sp>
      <p:sp>
        <p:nvSpPr>
          <p:cNvPr id="6" name="内容占位符 5"/>
          <p:cNvSpPr>
            <a:spLocks noGrp="1"/>
          </p:cNvSpPr>
          <p:nvPr>
            <p:ph sz="quarter" idx="4"/>
            <p:custDataLst>
              <p:tags r:id="rId5"/>
            </p:custDataLst>
          </p:nvPr>
        </p:nvSpPr>
        <p:spPr>
          <a:xfrm>
            <a:off x="6235750" y="1406525"/>
            <a:ext cx="5283242" cy="4934752"/>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7" name="日期占位符 6"/>
          <p:cNvSpPr>
            <a:spLocks noGrp="1"/>
          </p:cNvSpPr>
          <p:nvPr>
            <p:ph type="dt" sz="half" idx="10"/>
            <p:custDataLst>
              <p:tags r:id="rId6"/>
            </p:custDataLst>
          </p:nvPr>
        </p:nvSpPr>
        <p:spPr/>
        <p:txBody>
          <a:bodyPr/>
          <a:lstStyle/>
          <a:p>
            <a:fld id="{760FBDFE-C587-4B4C-A407-44438C67B59E}" type="datetimeFigureOut">
              <a:rPr lang="zh-CN" altLang="en-US" smtClean="0"/>
              <a:t>2023/7/3</a:t>
            </a:fld>
            <a:endParaRPr lang="zh-CN" altLang="en-US"/>
          </a:p>
        </p:txBody>
      </p:sp>
      <p:sp>
        <p:nvSpPr>
          <p:cNvPr id="8" name="页脚占位符 7"/>
          <p:cNvSpPr>
            <a:spLocks noGrp="1"/>
          </p:cNvSpPr>
          <p:nvPr>
            <p:ph type="ftr" sz="quarter" idx="11"/>
            <p:custDataLst>
              <p:tags r:id="rId7"/>
            </p:custDataLst>
          </p:nvPr>
        </p:nvSpPr>
        <p:spPr/>
        <p:txBody>
          <a:bodyPr/>
          <a:lstStyle/>
          <a:p>
            <a:endParaRPr lang="zh-CN" altLang="en-US"/>
          </a:p>
        </p:txBody>
      </p:sp>
      <p:sp>
        <p:nvSpPr>
          <p:cNvPr id="9" name="灯片编号占位符 8"/>
          <p:cNvSpPr>
            <a:spLocks noGrp="1"/>
          </p:cNvSpPr>
          <p:nvPr>
            <p:ph type="sldNum" sz="quarter" idx="12"/>
            <p:custDataLst>
              <p:tags r:id="rId8"/>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p:txBody>
          <a:bodyPr vert="horz" lIns="101600" tIns="38100" rIns="76200" bIns="38100" rtlCol="0" anchor="t" anchorCtr="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accent1"/>
                </a:solidFill>
                <a:uFillTx/>
                <a:latin typeface="Arial" panose="020B0604020202020204" pitchFamily="34" charset="0"/>
                <a:ea typeface="微软雅黑" panose="020B0503020204020204" charset="-122"/>
                <a:cs typeface="+mj-cs"/>
                <a:sym typeface="+mn-ea"/>
              </a:defRPr>
            </a:lvl1pPr>
          </a:lstStyle>
          <a:p>
            <a:pPr lvl="0"/>
            <a:r>
              <a:rPr>
                <a:sym typeface="+mn-ea"/>
              </a:rPr>
              <a:t>单击此处编辑母版标题样式</a:t>
            </a:r>
          </a:p>
        </p:txBody>
      </p:sp>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t>2023/7/3</a:t>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1"/>
            </p:custDataLst>
          </p:nvPr>
        </p:nvSpPr>
        <p:spPr/>
        <p:txBody>
          <a:bodyPr/>
          <a:lstStyle/>
          <a:p>
            <a:fld id="{760FBDFE-C587-4B4C-A407-44438C67B59E}" type="datetimeFigureOut">
              <a:rPr lang="zh-CN" altLang="en-US" smtClean="0"/>
              <a:t>2023/7/3</a:t>
            </a:fld>
            <a:endParaRPr lang="zh-CN" altLang="en-US"/>
          </a:p>
        </p:txBody>
      </p:sp>
      <p:sp>
        <p:nvSpPr>
          <p:cNvPr id="3" name="页脚占位符 2"/>
          <p:cNvSpPr>
            <a:spLocks noGrp="1"/>
          </p:cNvSpPr>
          <p:nvPr>
            <p:ph type="ftr" sz="quarter" idx="11"/>
            <p:custDataLst>
              <p:tags r:id="rId2"/>
            </p:custDataLst>
          </p:nvPr>
        </p:nvSpPr>
        <p:spPr/>
        <p:txBody>
          <a:bodyPr/>
          <a:lstStyle/>
          <a:p>
            <a:endParaRPr lang="zh-CN" altLang="en-US"/>
          </a:p>
        </p:txBody>
      </p:sp>
      <p:sp>
        <p:nvSpPr>
          <p:cNvPr id="4" name="灯片编号占位符 3"/>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69930" y="443234"/>
            <a:ext cx="10852237" cy="441964"/>
          </a:xfrm>
        </p:spPr>
        <p:txBody>
          <a:bodyPr vert="horz" lIns="101600" tIns="38100" rIns="76200" bIns="38100" rtlCol="0" anchor="t" anchorCtr="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accent1"/>
                </a:solidFill>
                <a:uFillTx/>
                <a:latin typeface="Arial" panose="020B0604020202020204" pitchFamily="34" charset="0"/>
                <a:ea typeface="微软雅黑" panose="020B0503020204020204" charset="-122"/>
                <a:cs typeface="+mj-cs"/>
                <a:sym typeface="+mn-ea"/>
              </a:defRPr>
            </a:lvl1pPr>
          </a:lstStyle>
          <a:p>
            <a:pPr lvl="0"/>
            <a:r>
              <a:rPr dirty="0">
                <a:sym typeface="+mn-ea"/>
              </a:rPr>
              <a:t>单击此处编辑母版标题样式</a:t>
            </a:r>
          </a:p>
        </p:txBody>
      </p:sp>
      <p:sp>
        <p:nvSpPr>
          <p:cNvPr id="3" name="图片占位符 2"/>
          <p:cNvSpPr>
            <a:spLocks noGrp="1"/>
          </p:cNvSpPr>
          <p:nvPr>
            <p:ph type="pic" idx="1"/>
            <p:custDataLst>
              <p:tags r:id="rId2"/>
            </p:custDataLst>
          </p:nvPr>
        </p:nvSpPr>
        <p:spPr>
          <a:xfrm>
            <a:off x="669930" y="952508"/>
            <a:ext cx="5283242" cy="5388907"/>
          </a:xfrm>
        </p:spPr>
        <p:txBody>
          <a:bodyPr vert="horz" lIns="101600" tIns="0" rIns="82550" bIns="0" rtlCol="0">
            <a:noAutofit/>
          </a:bodyPr>
          <a:lstStyle>
            <a:lvl1pPr marL="0" marR="0" lvl="0" indent="0" algn="l" defTabSz="914400" rtl="0" eaLnBrk="1" fontAlgn="auto" latinLnBrk="0" hangingPunct="1">
              <a:lnSpc>
                <a:spcPct val="130000"/>
              </a:lnSpc>
              <a:spcBef>
                <a:spcPts val="0"/>
              </a:spcBef>
              <a:spcAft>
                <a:spcPts val="1000"/>
              </a:spcAft>
              <a:buFont typeface="Arial" panose="020B0604020202020204" pitchFamily="34" charset="0"/>
              <a:buNone/>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5pPr>
          </a:lstStyle>
          <a:p>
            <a:pPr lvl="0"/>
            <a:endParaRPr dirty="0">
              <a:sym typeface="+mn-ea"/>
            </a:endParaRPr>
          </a:p>
        </p:txBody>
      </p:sp>
      <p:sp>
        <p:nvSpPr>
          <p:cNvPr id="4" name="文本占位符 3"/>
          <p:cNvSpPr>
            <a:spLocks noGrp="1"/>
          </p:cNvSpPr>
          <p:nvPr>
            <p:ph type="body" sz="half" idx="2"/>
            <p:custDataLst>
              <p:tags r:id="rId3"/>
            </p:custDataLst>
          </p:nvPr>
        </p:nvSpPr>
        <p:spPr>
          <a:xfrm>
            <a:off x="6238925" y="952508"/>
            <a:ext cx="5283242" cy="5388907"/>
          </a:xfrm>
        </p:spPr>
        <p:txBody>
          <a:bodyPr vert="horz" lIns="101600" tIns="0" rIns="82550" bIns="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1pPr>
          </a:lstStyle>
          <a:p>
            <a:pPr lvl="0"/>
            <a:r>
              <a:rPr>
                <a:sym typeface="+mn-ea"/>
              </a:rPr>
              <a:t>单击此处编辑母版文本样式</a:t>
            </a:r>
          </a:p>
        </p:txBody>
      </p:sp>
      <p:sp>
        <p:nvSpPr>
          <p:cNvPr id="5" name="日期占位符 4"/>
          <p:cNvSpPr>
            <a:spLocks noGrp="1"/>
          </p:cNvSpPr>
          <p:nvPr>
            <p:ph type="dt" sz="half" idx="10"/>
            <p:custDataLst>
              <p:tags r:id="rId4"/>
            </p:custDataLst>
          </p:nvPr>
        </p:nvSpPr>
        <p:spPr/>
        <p:txBody>
          <a:bodyPr/>
          <a:lstStyle/>
          <a:p>
            <a:fld id="{9EFD9D74-47D9-4702-A33C-335B63B48DBF}" type="datetimeFigureOut">
              <a:rPr lang="zh-CN" altLang="en-US" smtClean="0"/>
              <a:t>2023/7/3</a:t>
            </a:fld>
            <a:endParaRPr lang="zh-CN" altLang="en-US" dirty="0"/>
          </a:p>
        </p:txBody>
      </p:sp>
      <p:sp>
        <p:nvSpPr>
          <p:cNvPr id="6" name="页脚占位符 5"/>
          <p:cNvSpPr>
            <a:spLocks noGrp="1"/>
          </p:cNvSpPr>
          <p:nvPr>
            <p:ph type="ftr" sz="quarter" idx="11"/>
            <p:custDataLst>
              <p:tags r:id="rId5"/>
            </p:custDataLst>
          </p:nvPr>
        </p:nvSpPr>
        <p:spPr/>
        <p:txBody>
          <a:bodyPr/>
          <a:lstStyle/>
          <a:p>
            <a:endParaRPr lang="zh-CN" altLang="en-US" dirty="0"/>
          </a:p>
        </p:txBody>
      </p:sp>
      <p:sp>
        <p:nvSpPr>
          <p:cNvPr id="7" name="灯片编号占位符 6"/>
          <p:cNvSpPr>
            <a:spLocks noGrp="1"/>
          </p:cNvSpPr>
          <p:nvPr>
            <p:ph type="sldNum" sz="quarter" idx="12"/>
            <p:custDataLst>
              <p:tags r:id="rId6"/>
            </p:custDataLst>
          </p:nvPr>
        </p:nvSpPr>
        <p:spPr/>
        <p:txBody>
          <a:bodyPr/>
          <a:lstStyle/>
          <a:p>
            <a:fld id="{FABC47A4-756D-490B-A52F-7D9E2C9FC05F}" type="slidenum">
              <a:rPr lang="zh-CN" altLang="en-US" smtClean="0"/>
              <a:t>‹#›</a:t>
            </a:fld>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custDataLst>
              <p:tags r:id="rId1"/>
            </p:custDataLst>
          </p:nvPr>
        </p:nvSpPr>
        <p:spPr>
          <a:xfrm>
            <a:off x="10571135" y="952508"/>
            <a:ext cx="950984" cy="5388907"/>
          </a:xfrm>
        </p:spPr>
        <p:txBody>
          <a:bodyPr vert="eaVert" lIns="101600" tIns="38100" rIns="76200" bIns="38100" rtlCol="0" anchor="ctr" anchorCtr="0">
            <a:noAutofit/>
          </a:bodyPr>
          <a:lstStyle>
            <a:lvl1pPr marL="0" marR="0" lvl="0" algn="l" defTabSz="914400" rtl="0" eaLnBrk="1" fontAlgn="auto" latinLnBrk="0" hangingPunct="1">
              <a:lnSpc>
                <a:spcPct val="100000"/>
              </a:lnSpc>
              <a:spcAft>
                <a:spcPts val="0"/>
              </a:spcAft>
              <a:buNone/>
              <a:defRPr kumimoji="0" lang="zh-CN" altLang="en-US" sz="2400" b="1" i="0" u="none" strike="noStrike" kern="1200" cap="none" spc="200" normalizeH="0" baseline="0" noProof="1" dirty="0">
                <a:solidFill>
                  <a:schemeClr val="accent1"/>
                </a:solidFill>
                <a:uFillTx/>
                <a:latin typeface="Arial" panose="020B0604020202020204" pitchFamily="34" charset="0"/>
                <a:ea typeface="微软雅黑" panose="020B0503020204020204" charset="-122"/>
                <a:cs typeface="+mj-cs"/>
                <a:sym typeface="+mn-ea"/>
              </a:defRPr>
            </a:lvl1pPr>
          </a:lstStyle>
          <a:p>
            <a:pPr lvl="0"/>
            <a:r>
              <a:rPr>
                <a:sym typeface="+mn-ea"/>
              </a:rPr>
              <a:t>单击此处编辑母版标题样式</a:t>
            </a:r>
          </a:p>
        </p:txBody>
      </p:sp>
      <p:sp>
        <p:nvSpPr>
          <p:cNvPr id="3" name="竖排文字占位符 2"/>
          <p:cNvSpPr>
            <a:spLocks noGrp="1"/>
          </p:cNvSpPr>
          <p:nvPr>
            <p:ph type="body" orient="vert" idx="1"/>
            <p:custDataLst>
              <p:tags r:id="rId2"/>
            </p:custDataLst>
          </p:nvPr>
        </p:nvSpPr>
        <p:spPr>
          <a:xfrm>
            <a:off x="669925" y="952500"/>
            <a:ext cx="9828101" cy="5388907"/>
          </a:xfrm>
        </p:spPr>
        <p:txBody>
          <a:bodyPr vert="eaVert"/>
          <a:lstStyle>
            <a:lvl1pPr indent="0" eaLnBrk="1" fontAlgn="auto" latinLnBrk="0" hangingPunct="1">
              <a:defRPr baseline="0">
                <a:solidFill>
                  <a:schemeClr val="tx1">
                    <a:lumMod val="85000"/>
                    <a:lumOff val="15000"/>
                  </a:schemeClr>
                </a:solidFill>
                <a:latin typeface="Arial" panose="020B0604020202020204" pitchFamily="34" charset="0"/>
                <a:ea typeface="微软雅黑" panose="020B0503020204020204" charset="-122"/>
              </a:defRPr>
            </a:lvl1pPr>
            <a:lvl2pPr indent="0" eaLnBrk="1" fontAlgn="auto" latinLnBrk="0" hangingPunct="1">
              <a:defRPr baseline="0">
                <a:solidFill>
                  <a:schemeClr val="tx1">
                    <a:lumMod val="85000"/>
                    <a:lumOff val="15000"/>
                  </a:schemeClr>
                </a:solidFill>
                <a:latin typeface="Arial" panose="020B0604020202020204" pitchFamily="34" charset="0"/>
                <a:ea typeface="微软雅黑" panose="020B0503020204020204" charset="-122"/>
              </a:defRPr>
            </a:lvl2pPr>
            <a:lvl3pPr indent="0" eaLnBrk="1" fontAlgn="auto" latinLnBrk="0" hangingPunct="1">
              <a:defRPr baseline="0">
                <a:solidFill>
                  <a:schemeClr val="tx1">
                    <a:lumMod val="85000"/>
                    <a:lumOff val="15000"/>
                  </a:schemeClr>
                </a:solidFill>
                <a:latin typeface="Arial" panose="020B0604020202020204" pitchFamily="34" charset="0"/>
                <a:ea typeface="微软雅黑" panose="020B0503020204020204" charset="-122"/>
              </a:defRPr>
            </a:lvl3pPr>
            <a:lvl4pPr indent="0" eaLnBrk="1" fontAlgn="auto" latinLnBrk="0" hangingPunct="1">
              <a:defRPr baseline="0">
                <a:solidFill>
                  <a:schemeClr val="tx1">
                    <a:lumMod val="85000"/>
                    <a:lumOff val="15000"/>
                  </a:schemeClr>
                </a:solidFill>
                <a:latin typeface="Arial" panose="020B0604020202020204" pitchFamily="34" charset="0"/>
                <a:ea typeface="微软雅黑" panose="020B0503020204020204" charset="-122"/>
              </a:defRPr>
            </a:lvl4pPr>
            <a:lvl5pPr indent="0" eaLnBrk="1" fontAlgn="auto" latinLnBrk="0" hangingPunct="1">
              <a:defRPr baseline="0">
                <a:solidFill>
                  <a:schemeClr val="tx1">
                    <a:lumMod val="85000"/>
                    <a:lumOff val="1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t>2023/7/3</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1"/>
            </p:custDataLst>
          </p:nvPr>
        </p:nvSpPr>
        <p:spPr/>
        <p:txBody>
          <a:bodyPr/>
          <a:lstStyle/>
          <a:p>
            <a:fld id="{760FBDFE-C587-4B4C-A407-44438C67B59E}" type="datetimeFigureOut">
              <a:rPr lang="zh-CN" altLang="en-US" smtClean="0"/>
              <a:t>2023/7/3</a:t>
            </a:fld>
            <a:endParaRPr lang="zh-CN" altLang="en-US"/>
          </a:p>
        </p:txBody>
      </p:sp>
      <p:sp>
        <p:nvSpPr>
          <p:cNvPr id="4" name="页脚占位符 3"/>
          <p:cNvSpPr>
            <a:spLocks noGrp="1"/>
          </p:cNvSpPr>
          <p:nvPr>
            <p:ph type="ftr" sz="quarter" idx="11"/>
            <p:custDataLst>
              <p:tags r:id="rId2"/>
            </p:custDataLst>
          </p:nvPr>
        </p:nvSpPr>
        <p:spPr/>
        <p:txBody>
          <a:bodyPr/>
          <a:lstStyle/>
          <a:p>
            <a:endParaRPr lang="zh-CN" altLang="en-US"/>
          </a:p>
        </p:txBody>
      </p:sp>
      <p:sp>
        <p:nvSpPr>
          <p:cNvPr id="5" name="灯片编号占位符 4"/>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7" name="内容占位符 6"/>
          <p:cNvSpPr>
            <a:spLocks noGrp="1"/>
          </p:cNvSpPr>
          <p:nvPr>
            <p:ph sz="quarter" idx="13"/>
            <p:custDataLst>
              <p:tags r:id="rId4"/>
            </p:custDataLst>
          </p:nvPr>
        </p:nvSpPr>
        <p:spPr>
          <a:xfrm>
            <a:off x="669930" y="952508"/>
            <a:ext cx="10852237" cy="5388907"/>
          </a:xfrm>
        </p:spPr>
        <p:txBody>
          <a:bodyPr/>
          <a:lstStyle>
            <a:lvl1pPr>
              <a:defRPr baseline="0">
                <a:latin typeface="Arial" panose="020B0604020202020204" pitchFamily="34" charset="0"/>
              </a:defRPr>
            </a:lvl1pPr>
            <a:lvl2pPr>
              <a:defRPr baseline="0">
                <a:latin typeface="Arial" panose="020B0604020202020204" pitchFamily="34" charset="0"/>
              </a:defRPr>
            </a:lvl2pPr>
            <a:lvl3pPr>
              <a:defRPr baseline="0">
                <a:latin typeface="Arial" panose="020B0604020202020204" pitchFamily="34" charset="0"/>
              </a:defRPr>
            </a:lvl3pPr>
            <a:lvl4pPr>
              <a:defRPr baseline="0">
                <a:latin typeface="Arial" panose="020B0604020202020204" pitchFamily="34" charset="0"/>
              </a:defRPr>
            </a:lvl4pPr>
            <a:lvl5pPr>
              <a:defRPr baseline="0">
                <a:latin typeface="Arial" panose="020B0604020202020204" pitchFamily="34" charset="0"/>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6" name="矩形 5"/>
          <p:cNvSpPr/>
          <p:nvPr userDrawn="1">
            <p:custDataLst>
              <p:tags r:id="rId1"/>
            </p:custDataLst>
          </p:nvPr>
        </p:nvSpPr>
        <p:spPr>
          <a:xfrm>
            <a:off x="262255" y="318135"/>
            <a:ext cx="11683365" cy="5634990"/>
          </a:xfrm>
          <a:prstGeom prst="rect">
            <a:avLst/>
          </a:prstGeom>
          <a:solidFill>
            <a:schemeClr val="tx2">
              <a:lumMod val="10000"/>
              <a:alpha val="8000"/>
            </a:schemeClr>
          </a:solidFill>
          <a:ln w="28575" cmpd="sng">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highlight>
                <a:srgbClr val="1171F1"/>
              </a:highlight>
            </a:endParaRPr>
          </a:p>
        </p:txBody>
      </p:sp>
      <p:sp>
        <p:nvSpPr>
          <p:cNvPr id="9" name="矩形 8"/>
          <p:cNvSpPr/>
          <p:nvPr userDrawn="1">
            <p:custDataLst>
              <p:tags r:id="rId2"/>
            </p:custDataLst>
          </p:nvPr>
        </p:nvSpPr>
        <p:spPr>
          <a:xfrm>
            <a:off x="1422400" y="4064000"/>
            <a:ext cx="5283200" cy="12700"/>
          </a:xfrm>
          <a:prstGeom prst="rect">
            <a:avLst/>
          </a:prstGeom>
          <a:solidFill>
            <a:schemeClr val="accent1">
              <a:lumMod val="50000"/>
              <a:alpha val="1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任意形状 8"/>
          <p:cNvSpPr/>
          <p:nvPr userDrawn="1">
            <p:custDataLst>
              <p:tags r:id="rId3"/>
            </p:custDataLst>
          </p:nvPr>
        </p:nvSpPr>
        <p:spPr>
          <a:xfrm>
            <a:off x="9480712" y="313004"/>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0"/>
                </a:schemeClr>
              </a:gs>
              <a:gs pos="100000">
                <a:schemeClr val="bg2">
                  <a:alpha val="5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highlight>
                <a:srgbClr val="1171F1"/>
              </a:highlight>
            </a:endParaRPr>
          </a:p>
        </p:txBody>
      </p:sp>
      <p:sp>
        <p:nvSpPr>
          <p:cNvPr id="8" name="任意形状 9"/>
          <p:cNvSpPr/>
          <p:nvPr userDrawn="1">
            <p:custDataLst>
              <p:tags r:id="rId4"/>
            </p:custDataLst>
          </p:nvPr>
        </p:nvSpPr>
        <p:spPr>
          <a:xfrm rot="10800000">
            <a:off x="261015" y="4113028"/>
            <a:ext cx="1887415" cy="184012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bg2">
                  <a:alpha val="5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highlight>
                <a:srgbClr val="1171F1"/>
              </a:highlight>
            </a:endParaRPr>
          </a:p>
        </p:txBody>
      </p:sp>
      <p:sp>
        <p:nvSpPr>
          <p:cNvPr id="2" name="标题 1"/>
          <p:cNvSpPr>
            <a:spLocks noGrp="1"/>
          </p:cNvSpPr>
          <p:nvPr>
            <p:ph type="title" hasCustomPrompt="1"/>
            <p:custDataLst>
              <p:tags r:id="rId5"/>
            </p:custDataLst>
          </p:nvPr>
        </p:nvSpPr>
        <p:spPr>
          <a:xfrm>
            <a:off x="1320799" y="2376714"/>
            <a:ext cx="6653601" cy="1607337"/>
          </a:xfrm>
        </p:spPr>
        <p:txBody>
          <a:bodyPr vert="horz" lIns="91440" tIns="45720" rIns="91440" bIns="0" rtlCol="0" anchor="b" anchorCtr="0">
            <a:normAutofit/>
          </a:bodyPr>
          <a:lstStyle>
            <a:lvl1pPr marL="0" marR="0" algn="l" defTabSz="914400" rtl="0" eaLnBrk="1" fontAlgn="auto" latinLnBrk="0" hangingPunct="1">
              <a:lnSpc>
                <a:spcPct val="100000"/>
              </a:lnSpc>
              <a:buNone/>
              <a:defRPr kumimoji="0" lang="zh-CN" altLang="en-US" sz="9600" b="1" i="0" u="none" strike="noStrike" kern="1200" cap="none" spc="600" normalizeH="0" baseline="0" noProof="1" dirty="0">
                <a:solidFill>
                  <a:schemeClr val="accent1"/>
                </a:solidFill>
                <a:uFillTx/>
                <a:latin typeface="Arial" panose="020B0604020202020204" pitchFamily="34" charset="0"/>
                <a:ea typeface="微软雅黑" panose="020B0503020204020204" charset="-122"/>
                <a:cs typeface="+mj-cs"/>
                <a:sym typeface="+mn-ea"/>
              </a:defRPr>
            </a:lvl1pPr>
          </a:lstStyle>
          <a:p>
            <a:pPr lvl="0"/>
            <a:r>
              <a:rPr dirty="0">
                <a:sym typeface="+mn-ea"/>
              </a:rPr>
              <a:t>编辑标题</a:t>
            </a:r>
          </a:p>
        </p:txBody>
      </p:sp>
      <p:sp>
        <p:nvSpPr>
          <p:cNvPr id="3" name="日期占位符 2"/>
          <p:cNvSpPr>
            <a:spLocks noGrp="1"/>
          </p:cNvSpPr>
          <p:nvPr>
            <p:ph type="dt" sz="half" idx="10"/>
            <p:custDataLst>
              <p:tags r:id="rId6"/>
            </p:custDataLst>
          </p:nvPr>
        </p:nvSpPr>
        <p:spPr/>
        <p:txBody>
          <a:bodyPr/>
          <a:lstStyle/>
          <a:p>
            <a:fld id="{760FBDFE-C587-4B4C-A407-44438C67B59E}" type="datetimeFigureOut">
              <a:rPr lang="zh-CN" altLang="en-US" smtClean="0"/>
              <a:t>2023/7/3</a:t>
            </a:fld>
            <a:endParaRPr lang="zh-CN" altLang="en-US"/>
          </a:p>
        </p:txBody>
      </p:sp>
      <p:sp>
        <p:nvSpPr>
          <p:cNvPr id="4" name="页脚占位符 3"/>
          <p:cNvSpPr>
            <a:spLocks noGrp="1"/>
          </p:cNvSpPr>
          <p:nvPr>
            <p:ph type="ftr" sz="quarter" idx="11"/>
            <p:custDataLst>
              <p:tags r:id="rId7"/>
            </p:custDataLst>
          </p:nvPr>
        </p:nvSpPr>
        <p:spPr/>
        <p:txBody>
          <a:bodyPr/>
          <a:lstStyle/>
          <a:p>
            <a:endParaRPr lang="zh-CN" altLang="en-US"/>
          </a:p>
        </p:txBody>
      </p:sp>
      <p:sp>
        <p:nvSpPr>
          <p:cNvPr id="5" name="灯片编号占位符 4"/>
          <p:cNvSpPr>
            <a:spLocks noGrp="1"/>
          </p:cNvSpPr>
          <p:nvPr>
            <p:ph type="sldNum" sz="quarter" idx="12"/>
            <p:custDataLst>
              <p:tags r:id="rId8"/>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通用">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p:txBody>
          <a:bodyPr>
            <a:normAutofit/>
          </a:bodyPr>
          <a:lstStyle>
            <a:lvl1pPr>
              <a:defRPr baseline="0">
                <a:latin typeface="Arial" panose="020B0604020202020204" pitchFamily="34" charset="0"/>
                <a:ea typeface="微软雅黑" panose="020B0503020204020204" charset="-122"/>
              </a:defRPr>
            </a:lvl1pPr>
          </a:lstStyle>
          <a:p>
            <a:r>
              <a:rPr lang="zh-CN" altLang="en-US" dirty="0"/>
              <a:t>单击此处编辑母版标题样式</a:t>
            </a:r>
          </a:p>
        </p:txBody>
      </p:sp>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t>2023/7/3</a:t>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dirty="0"/>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t>‹#›</a:t>
            </a:fld>
            <a:endParaRPr lang="zh-CN" altLang="en-US" dirty="0"/>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相框">
    <p:bg>
      <p:bgPr>
        <a:gradFill>
          <a:gsLst>
            <a:gs pos="0">
              <a:schemeClr val="tx2"/>
            </a:gs>
            <a:gs pos="100000">
              <a:schemeClr val="tx2"/>
            </a:gs>
          </a:gsLst>
          <a:lin ang="5400000" scaled="0"/>
        </a:gradFill>
        <a:effectLst/>
      </p:bgPr>
    </p:bg>
    <p:spTree>
      <p:nvGrpSpPr>
        <p:cNvPr id="1" name=""/>
        <p:cNvGrpSpPr/>
        <p:nvPr/>
      </p:nvGrpSpPr>
      <p:grpSpPr>
        <a:xfrm>
          <a:off x="0" y="0"/>
          <a:ext cx="0" cy="0"/>
          <a:chOff x="0" y="0"/>
          <a:chExt cx="0" cy="0"/>
        </a:xfrm>
      </p:grpSpPr>
      <p:sp>
        <p:nvSpPr>
          <p:cNvPr id="8" name="矩形 7"/>
          <p:cNvSpPr/>
          <p:nvPr userDrawn="1">
            <p:custDataLst>
              <p:tags r:id="rId1"/>
            </p:custDataLst>
          </p:nvPr>
        </p:nvSpPr>
        <p:spPr>
          <a:xfrm>
            <a:off x="292800" y="304200"/>
            <a:ext cx="11606400" cy="6249600"/>
          </a:xfrm>
          <a:prstGeom prst="rect">
            <a:avLst/>
          </a:prstGeom>
          <a:solidFill>
            <a:schemeClr val="bg2">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hasCustomPrompt="1"/>
            <p:custDataLst>
              <p:tags r:id="rId2"/>
            </p:custDataLst>
          </p:nvPr>
        </p:nvSpPr>
        <p:spPr>
          <a:xfrm>
            <a:off x="1281600" y="1249200"/>
            <a:ext cx="9626400" cy="723600"/>
          </a:xfrm>
        </p:spPr>
        <p:txBody>
          <a:bodyPr anchor="ctr">
            <a:normAutofit/>
          </a:bodyPr>
          <a:lstStyle>
            <a:lvl1pPr>
              <a:defRPr sz="3200" baseline="0">
                <a:solidFill>
                  <a:schemeClr val="accent1"/>
                </a:solidFill>
                <a:latin typeface="Arial" panose="020B0604020202020204" pitchFamily="34" charset="0"/>
                <a:ea typeface="微软雅黑" panose="020B0503020204020204" charset="-122"/>
              </a:defRPr>
            </a:lvl1pPr>
          </a:lstStyle>
          <a:p>
            <a:r>
              <a:rPr lang="zh-CN" altLang="en-US" dirty="0"/>
              <a:t>单击此处编辑标题</a:t>
            </a:r>
          </a:p>
        </p:txBody>
      </p:sp>
      <p:sp>
        <p:nvSpPr>
          <p:cNvPr id="7" name="内容占位符 6"/>
          <p:cNvSpPr>
            <a:spLocks noGrp="1"/>
          </p:cNvSpPr>
          <p:nvPr>
            <p:ph sz="quarter" idx="13"/>
            <p:custDataLst>
              <p:tags r:id="rId3"/>
            </p:custDataLst>
          </p:nvPr>
        </p:nvSpPr>
        <p:spPr>
          <a:xfrm>
            <a:off x="1281113" y="2163600"/>
            <a:ext cx="9626600" cy="3445200"/>
          </a:xfrm>
        </p:spPr>
        <p:txBody>
          <a:bodyPr/>
          <a:lstStyle>
            <a:lvl1pPr>
              <a:defRPr baseline="0">
                <a:solidFill>
                  <a:schemeClr val="tx1">
                    <a:lumMod val="85000"/>
                    <a:lumOff val="15000"/>
                  </a:schemeClr>
                </a:solidFill>
                <a:latin typeface="Arial" panose="020B0604020202020204" pitchFamily="34" charset="0"/>
                <a:ea typeface="微软雅黑" panose="020B0503020204020204" charset="-122"/>
              </a:defRPr>
            </a:lvl1pPr>
            <a:lvl2pPr>
              <a:defRPr baseline="0">
                <a:solidFill>
                  <a:schemeClr val="tx1">
                    <a:lumMod val="85000"/>
                    <a:lumOff val="15000"/>
                  </a:schemeClr>
                </a:solidFill>
                <a:latin typeface="Arial" panose="020B0604020202020204" pitchFamily="34" charset="0"/>
                <a:ea typeface="微软雅黑" panose="020B0503020204020204" charset="-122"/>
              </a:defRPr>
            </a:lvl2pPr>
            <a:lvl3pPr>
              <a:defRPr baseline="0">
                <a:solidFill>
                  <a:schemeClr val="tx1">
                    <a:lumMod val="85000"/>
                    <a:lumOff val="15000"/>
                  </a:schemeClr>
                </a:solidFill>
                <a:latin typeface="Arial" panose="020B0604020202020204" pitchFamily="34" charset="0"/>
                <a:ea typeface="微软雅黑" panose="020B0503020204020204" charset="-122"/>
              </a:defRPr>
            </a:lvl3pPr>
            <a:lvl4pPr>
              <a:defRPr baseline="0">
                <a:solidFill>
                  <a:schemeClr val="tx1">
                    <a:lumMod val="85000"/>
                    <a:lumOff val="15000"/>
                  </a:schemeClr>
                </a:solidFill>
                <a:latin typeface="Arial" panose="020B0604020202020204" pitchFamily="34" charset="0"/>
                <a:ea typeface="微软雅黑" panose="020B0503020204020204" charset="-122"/>
              </a:defRPr>
            </a:lvl4pPr>
            <a:lvl5pPr>
              <a:defRPr baseline="0">
                <a:solidFill>
                  <a:schemeClr val="tx1">
                    <a:lumMod val="85000"/>
                    <a:lumOff val="1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3" name="日期占位符 2"/>
          <p:cNvSpPr>
            <a:spLocks noGrp="1"/>
          </p:cNvSpPr>
          <p:nvPr>
            <p:ph type="dt" sz="half" idx="10"/>
            <p:custDataLst>
              <p:tags r:id="rId4"/>
            </p:custDataLst>
          </p:nvPr>
        </p:nvSpPr>
        <p:spPr/>
        <p:txBody>
          <a:bodyPr/>
          <a:lstStyle/>
          <a:p>
            <a:fld id="{760FBDFE-C587-4B4C-A407-44438C67B59E}" type="datetimeFigureOut">
              <a:rPr lang="zh-CN" altLang="en-US" smtClean="0"/>
              <a:t>2023/7/3</a:t>
            </a:fld>
            <a:endParaRPr lang="zh-CN" altLang="en-US"/>
          </a:p>
        </p:txBody>
      </p:sp>
      <p:sp>
        <p:nvSpPr>
          <p:cNvPr id="4" name="页脚占位符 3"/>
          <p:cNvSpPr>
            <a:spLocks noGrp="1"/>
          </p:cNvSpPr>
          <p:nvPr>
            <p:ph type="ftr" sz="quarter" idx="11"/>
            <p:custDataLst>
              <p:tags r:id="rId5"/>
            </p:custDataLst>
          </p:nvPr>
        </p:nvSpPr>
        <p:spPr/>
        <p:txBody>
          <a:bodyPr/>
          <a:lstStyle/>
          <a:p>
            <a:endParaRPr lang="zh-CN" altLang="en-US" dirty="0"/>
          </a:p>
        </p:txBody>
      </p:sp>
      <p:sp>
        <p:nvSpPr>
          <p:cNvPr id="5" name="灯片编号占位符 4"/>
          <p:cNvSpPr>
            <a:spLocks noGrp="1"/>
          </p:cNvSpPr>
          <p:nvPr>
            <p:ph type="sldNum" sz="quarter" idx="12"/>
            <p:custDataLst>
              <p:tags r:id="rId6"/>
            </p:custDataLst>
          </p:nvPr>
        </p:nvSpPr>
        <p:spPr/>
        <p:txBody>
          <a:bodyPr/>
          <a:lstStyle/>
          <a:p>
            <a:fld id="{49AE70B2-8BF9-45C0-BB95-33D1B9D3A854}" type="slidenum">
              <a:rPr lang="zh-CN" altLang="en-US" smtClean="0"/>
              <a:t>‹#›</a:t>
            </a:fld>
            <a:endParaRPr lang="zh-CN" altLang="en-US" dirty="0"/>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左右">
    <p:bg>
      <p:bgPr>
        <a:gradFill>
          <a:gsLst>
            <a:gs pos="0">
              <a:schemeClr val="tx2"/>
            </a:gs>
            <a:gs pos="100000">
              <a:schemeClr val="bg2">
                <a:lumMod val="95000"/>
              </a:schemeClr>
            </a:gs>
          </a:gsLst>
          <a:lin ang="5400000" scaled="0"/>
        </a:gradFill>
        <a:effectLst/>
      </p:bgPr>
    </p:bg>
    <p:spTree>
      <p:nvGrpSpPr>
        <p:cNvPr id="1" name=""/>
        <p:cNvGrpSpPr/>
        <p:nvPr/>
      </p:nvGrpSpPr>
      <p:grpSpPr>
        <a:xfrm>
          <a:off x="0" y="0"/>
          <a:ext cx="0" cy="0"/>
          <a:chOff x="0" y="0"/>
          <a:chExt cx="0" cy="0"/>
        </a:xfrm>
      </p:grpSpPr>
      <p:sp>
        <p:nvSpPr>
          <p:cNvPr id="8" name="矩形 7"/>
          <p:cNvSpPr/>
          <p:nvPr userDrawn="1">
            <p:custDataLst>
              <p:tags r:id="rId1"/>
            </p:custDataLst>
          </p:nvPr>
        </p:nvSpPr>
        <p:spPr>
          <a:xfrm>
            <a:off x="0" y="0"/>
            <a:ext cx="4823460" cy="6866255"/>
          </a:xfrm>
          <a:prstGeom prst="rect">
            <a:avLst/>
          </a:prstGeom>
          <a:solidFill>
            <a:schemeClr val="tx2">
              <a:lumMod val="10000"/>
              <a:alpha val="8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dirty="0">
              <a:sym typeface="+mn-ea"/>
            </a:endParaRPr>
          </a:p>
        </p:txBody>
      </p:sp>
      <p:sp>
        <p:nvSpPr>
          <p:cNvPr id="6" name="任意形状 8"/>
          <p:cNvSpPr/>
          <p:nvPr userDrawn="1">
            <p:custDataLst>
              <p:tags r:id="rId2"/>
            </p:custDataLst>
          </p:nvPr>
        </p:nvSpPr>
        <p:spPr>
          <a:xfrm rot="16200000">
            <a:off x="-21591" y="21328"/>
            <a:ext cx="1741805" cy="1698625"/>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40000"/>
                </a:schemeClr>
              </a:gs>
              <a:gs pos="100000">
                <a:schemeClr val="bg2">
                  <a:alpha val="10000"/>
                </a:schemeClr>
              </a:gs>
            </a:gsLst>
            <a:lin ang="162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highlight>
                <a:srgbClr val="1171F1"/>
              </a:highlight>
            </a:endParaRPr>
          </a:p>
        </p:txBody>
      </p:sp>
      <p:sp>
        <p:nvSpPr>
          <p:cNvPr id="10" name="任意形状 9"/>
          <p:cNvSpPr/>
          <p:nvPr userDrawn="1">
            <p:custDataLst>
              <p:tags r:id="rId3"/>
            </p:custDataLst>
          </p:nvPr>
        </p:nvSpPr>
        <p:spPr>
          <a:xfrm rot="10800000">
            <a:off x="0" y="5905547"/>
            <a:ext cx="976630" cy="95250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40000"/>
                </a:schemeClr>
              </a:gs>
              <a:gs pos="100000">
                <a:schemeClr val="bg2">
                  <a:alpha val="10000"/>
                </a:schemeClr>
              </a:gs>
            </a:gsLst>
            <a:lin ang="162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highlight>
                <a:srgbClr val="1171F1"/>
              </a:highlight>
            </a:endParaRPr>
          </a:p>
        </p:txBody>
      </p:sp>
      <p:sp>
        <p:nvSpPr>
          <p:cNvPr id="2" name="标题 1"/>
          <p:cNvSpPr>
            <a:spLocks noGrp="1"/>
          </p:cNvSpPr>
          <p:nvPr>
            <p:ph type="title" hasCustomPrompt="1"/>
            <p:custDataLst>
              <p:tags r:id="rId4"/>
            </p:custDataLst>
          </p:nvPr>
        </p:nvSpPr>
        <p:spPr>
          <a:xfrm>
            <a:off x="583200" y="770400"/>
            <a:ext cx="3960000" cy="882000"/>
          </a:xfrm>
        </p:spPr>
        <p:txBody>
          <a:bodyPr anchor="ctr">
            <a:normAutofit/>
          </a:bodyPr>
          <a:lstStyle>
            <a:lvl1pPr>
              <a:defRPr sz="3600" baseline="0">
                <a:solidFill>
                  <a:schemeClr val="accent1"/>
                </a:solidFill>
                <a:latin typeface="Arial" panose="020B0604020202020204" pitchFamily="34" charset="0"/>
                <a:ea typeface="微软雅黑" panose="020B0503020204020204" charset="-122"/>
              </a:defRPr>
            </a:lvl1pPr>
          </a:lstStyle>
          <a:p>
            <a:r>
              <a:rPr lang="zh-CN" altLang="en-US" dirty="0"/>
              <a:t>单击编辑标题</a:t>
            </a:r>
          </a:p>
        </p:txBody>
      </p:sp>
      <p:sp>
        <p:nvSpPr>
          <p:cNvPr id="3" name="日期占位符 2"/>
          <p:cNvSpPr>
            <a:spLocks noGrp="1"/>
          </p:cNvSpPr>
          <p:nvPr>
            <p:ph type="dt" sz="half" idx="10"/>
            <p:custDataLst>
              <p:tags r:id="rId5"/>
            </p:custDataLst>
          </p:nvPr>
        </p:nvSpPr>
        <p:spPr/>
        <p:txBody>
          <a:bodyPr/>
          <a:lstStyle/>
          <a:p>
            <a:fld id="{760FBDFE-C587-4B4C-A407-44438C67B59E}" type="datetimeFigureOut">
              <a:rPr lang="zh-CN" altLang="en-US" smtClean="0"/>
              <a:t>2023/7/3</a:t>
            </a:fld>
            <a:endParaRPr lang="zh-CN" altLang="en-US"/>
          </a:p>
        </p:txBody>
      </p:sp>
      <p:sp>
        <p:nvSpPr>
          <p:cNvPr id="4" name="页脚占位符 3"/>
          <p:cNvSpPr>
            <a:spLocks noGrp="1"/>
          </p:cNvSpPr>
          <p:nvPr>
            <p:ph type="ftr" sz="quarter" idx="11"/>
            <p:custDataLst>
              <p:tags r:id="rId6"/>
            </p:custDataLst>
          </p:nvPr>
        </p:nvSpPr>
        <p:spPr/>
        <p:txBody>
          <a:bodyPr/>
          <a:lstStyle/>
          <a:p>
            <a:endParaRPr lang="zh-CN" altLang="en-US" dirty="0"/>
          </a:p>
        </p:txBody>
      </p:sp>
      <p:sp>
        <p:nvSpPr>
          <p:cNvPr id="5" name="灯片编号占位符 4"/>
          <p:cNvSpPr>
            <a:spLocks noGrp="1"/>
          </p:cNvSpPr>
          <p:nvPr>
            <p:ph type="sldNum" sz="quarter" idx="12"/>
            <p:custDataLst>
              <p:tags r:id="rId7"/>
            </p:custDataLst>
          </p:nvPr>
        </p:nvSpPr>
        <p:spPr/>
        <p:txBody>
          <a:bodyPr/>
          <a:lstStyle/>
          <a:p>
            <a:fld id="{49AE70B2-8BF9-45C0-BB95-33D1B9D3A854}" type="slidenum">
              <a:rPr lang="zh-CN" altLang="en-US" smtClean="0"/>
              <a:t>‹#›</a:t>
            </a:fld>
            <a:endParaRPr lang="zh-CN" altLang="en-US" dirty="0"/>
          </a:p>
        </p:txBody>
      </p:sp>
      <p:sp>
        <p:nvSpPr>
          <p:cNvPr id="7" name="文本占位符 6"/>
          <p:cNvSpPr>
            <a:spLocks noGrp="1"/>
          </p:cNvSpPr>
          <p:nvPr>
            <p:ph type="body" sz="quarter" idx="13"/>
            <p:custDataLst>
              <p:tags r:id="rId8"/>
            </p:custDataLst>
          </p:nvPr>
        </p:nvSpPr>
        <p:spPr>
          <a:xfrm>
            <a:off x="586800" y="1764000"/>
            <a:ext cx="3956400" cy="4093200"/>
          </a:xfrm>
        </p:spPr>
        <p:txBody>
          <a:bodyPr/>
          <a:lstStyle>
            <a:lvl1pPr>
              <a:defRPr baseline="0">
                <a:solidFill>
                  <a:schemeClr val="tx1">
                    <a:lumMod val="85000"/>
                    <a:lumOff val="15000"/>
                  </a:schemeClr>
                </a:solidFill>
                <a:latin typeface="Arial" panose="020B0604020202020204" pitchFamily="34" charset="0"/>
                <a:ea typeface="微软雅黑" panose="020B0503020204020204" charset="-122"/>
              </a:defRPr>
            </a:lvl1pPr>
            <a:lvl2pPr>
              <a:defRPr baseline="0">
                <a:solidFill>
                  <a:schemeClr val="tx1">
                    <a:lumMod val="85000"/>
                    <a:lumOff val="15000"/>
                  </a:schemeClr>
                </a:solidFill>
                <a:latin typeface="Arial" panose="020B0604020202020204" pitchFamily="34" charset="0"/>
                <a:ea typeface="微软雅黑" panose="020B0503020204020204" charset="-122"/>
              </a:defRPr>
            </a:lvl2pPr>
            <a:lvl3pPr>
              <a:defRPr baseline="0">
                <a:solidFill>
                  <a:schemeClr val="tx1">
                    <a:lumMod val="85000"/>
                    <a:lumOff val="15000"/>
                  </a:schemeClr>
                </a:solidFill>
                <a:latin typeface="Arial" panose="020B0604020202020204" pitchFamily="34" charset="0"/>
                <a:ea typeface="微软雅黑" panose="020B0503020204020204" charset="-122"/>
              </a:defRPr>
            </a:lvl3pPr>
            <a:lvl4pPr>
              <a:defRPr baseline="0">
                <a:solidFill>
                  <a:schemeClr val="tx1">
                    <a:lumMod val="85000"/>
                    <a:lumOff val="15000"/>
                  </a:schemeClr>
                </a:solidFill>
                <a:latin typeface="Arial" panose="020B0604020202020204" pitchFamily="34" charset="0"/>
                <a:ea typeface="微软雅黑" panose="020B0503020204020204" charset="-122"/>
              </a:defRPr>
            </a:lvl4pPr>
            <a:lvl5pPr>
              <a:defRPr baseline="0">
                <a:solidFill>
                  <a:schemeClr val="tx1">
                    <a:lumMod val="85000"/>
                    <a:lumOff val="1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9" name="内容占位符 8"/>
          <p:cNvSpPr>
            <a:spLocks noGrp="1"/>
          </p:cNvSpPr>
          <p:nvPr>
            <p:ph sz="quarter" idx="14"/>
            <p:custDataLst>
              <p:tags r:id="rId9"/>
            </p:custDataLst>
          </p:nvPr>
        </p:nvSpPr>
        <p:spPr>
          <a:xfrm>
            <a:off x="5101200" y="769938"/>
            <a:ext cx="6480000" cy="5087937"/>
          </a:xfrm>
        </p:spPr>
        <p:txBody>
          <a:bodyPr/>
          <a:lstStyle>
            <a:lvl1pPr>
              <a:defRPr baseline="0">
                <a:solidFill>
                  <a:schemeClr val="tx1">
                    <a:lumMod val="85000"/>
                    <a:lumOff val="15000"/>
                  </a:schemeClr>
                </a:solidFill>
                <a:latin typeface="Arial" panose="020B0604020202020204" pitchFamily="34" charset="0"/>
                <a:ea typeface="微软雅黑" panose="020B0503020204020204" charset="-122"/>
              </a:defRPr>
            </a:lvl1pPr>
            <a:lvl2pPr>
              <a:defRPr baseline="0">
                <a:solidFill>
                  <a:schemeClr val="tx1">
                    <a:lumMod val="85000"/>
                    <a:lumOff val="15000"/>
                  </a:schemeClr>
                </a:solidFill>
                <a:latin typeface="Arial" panose="020B0604020202020204" pitchFamily="34" charset="0"/>
                <a:ea typeface="微软雅黑" panose="020B0503020204020204" charset="-122"/>
              </a:defRPr>
            </a:lvl2pPr>
            <a:lvl3pPr>
              <a:defRPr baseline="0">
                <a:solidFill>
                  <a:schemeClr val="tx1">
                    <a:lumMod val="85000"/>
                    <a:lumOff val="15000"/>
                  </a:schemeClr>
                </a:solidFill>
                <a:latin typeface="Arial" panose="020B0604020202020204" pitchFamily="34" charset="0"/>
                <a:ea typeface="微软雅黑" panose="020B0503020204020204" charset="-122"/>
              </a:defRPr>
            </a:lvl3pPr>
            <a:lvl4pPr>
              <a:defRPr baseline="0">
                <a:solidFill>
                  <a:schemeClr val="tx1">
                    <a:lumMod val="85000"/>
                    <a:lumOff val="15000"/>
                  </a:schemeClr>
                </a:solidFill>
                <a:latin typeface="Arial" panose="020B0604020202020204" pitchFamily="34" charset="0"/>
                <a:ea typeface="微软雅黑" panose="020B0503020204020204" charset="-122"/>
              </a:defRPr>
            </a:lvl4pPr>
            <a:lvl5pPr>
              <a:defRPr baseline="0">
                <a:solidFill>
                  <a:schemeClr val="tx1">
                    <a:lumMod val="85000"/>
                    <a:lumOff val="1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上下">
    <p:bg>
      <p:bgPr>
        <a:gradFill>
          <a:gsLst>
            <a:gs pos="0">
              <a:schemeClr val="tx2"/>
            </a:gs>
            <a:gs pos="100000">
              <a:schemeClr val="bg2">
                <a:lumMod val="95000"/>
              </a:schemeClr>
            </a:gs>
          </a:gsLst>
          <a:lin ang="5400000" scaled="0"/>
        </a:gradFill>
        <a:effectLst/>
      </p:bgPr>
    </p:bg>
    <p:spTree>
      <p:nvGrpSpPr>
        <p:cNvPr id="1" name=""/>
        <p:cNvGrpSpPr/>
        <p:nvPr/>
      </p:nvGrpSpPr>
      <p:grpSpPr>
        <a:xfrm>
          <a:off x="0" y="0"/>
          <a:ext cx="0" cy="0"/>
          <a:chOff x="0" y="0"/>
          <a:chExt cx="0" cy="0"/>
        </a:xfrm>
      </p:grpSpPr>
      <p:sp>
        <p:nvSpPr>
          <p:cNvPr id="10" name="矩形 9"/>
          <p:cNvSpPr/>
          <p:nvPr userDrawn="1">
            <p:custDataLst>
              <p:tags r:id="rId1"/>
            </p:custDataLst>
          </p:nvPr>
        </p:nvSpPr>
        <p:spPr>
          <a:xfrm>
            <a:off x="-635" y="-10160"/>
            <a:ext cx="12192000" cy="2663825"/>
          </a:xfrm>
          <a:prstGeom prst="rect">
            <a:avLst/>
          </a:prstGeom>
          <a:solidFill>
            <a:schemeClr val="tx2">
              <a:lumMod val="10000"/>
              <a:alpha val="8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ym typeface="+mn-ea"/>
            </a:endParaRPr>
          </a:p>
        </p:txBody>
      </p:sp>
      <p:sp>
        <p:nvSpPr>
          <p:cNvPr id="8" name="任意形状 9"/>
          <p:cNvSpPr/>
          <p:nvPr userDrawn="1">
            <p:custDataLst>
              <p:tags r:id="rId2"/>
            </p:custDataLst>
          </p:nvPr>
        </p:nvSpPr>
        <p:spPr>
          <a:xfrm rot="16200000">
            <a:off x="-15208" y="5080"/>
            <a:ext cx="1243965" cy="1213485"/>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20000"/>
                </a:schemeClr>
              </a:gs>
              <a:gs pos="100000">
                <a:schemeClr val="bg2">
                  <a:alpha val="4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highlight>
                <a:srgbClr val="1171F1"/>
              </a:highlight>
            </a:endParaRPr>
          </a:p>
        </p:txBody>
      </p:sp>
      <p:sp>
        <p:nvSpPr>
          <p:cNvPr id="6" name="任意形状 8"/>
          <p:cNvSpPr/>
          <p:nvPr userDrawn="1">
            <p:custDataLst>
              <p:tags r:id="rId3"/>
            </p:custDataLst>
          </p:nvPr>
        </p:nvSpPr>
        <p:spPr>
          <a:xfrm>
            <a:off x="10349230" y="-9939"/>
            <a:ext cx="1847215" cy="1801495"/>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40000"/>
                </a:schemeClr>
              </a:gs>
              <a:gs pos="100000">
                <a:schemeClr val="bg2">
                  <a:alpha val="1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highlight>
                <a:srgbClr val="1171F1"/>
              </a:highlight>
            </a:endParaRPr>
          </a:p>
        </p:txBody>
      </p:sp>
      <p:sp>
        <p:nvSpPr>
          <p:cNvPr id="2" name="标题 1"/>
          <p:cNvSpPr>
            <a:spLocks noGrp="1"/>
          </p:cNvSpPr>
          <p:nvPr>
            <p:ph type="title"/>
            <p:custDataLst>
              <p:tags r:id="rId4"/>
            </p:custDataLst>
          </p:nvPr>
        </p:nvSpPr>
        <p:spPr>
          <a:xfrm>
            <a:off x="612000" y="781200"/>
            <a:ext cx="10976400" cy="626400"/>
          </a:xfrm>
        </p:spPr>
        <p:txBody>
          <a:bodyPr anchor="ctr">
            <a:normAutofit/>
          </a:bodyPr>
          <a:lstStyle>
            <a:lvl1pPr algn="ctr">
              <a:defRPr sz="3600" baseline="0">
                <a:solidFill>
                  <a:schemeClr val="accent1"/>
                </a:solidFill>
                <a:latin typeface="Arial" panose="020B0604020202020204" pitchFamily="34" charset="0"/>
                <a:ea typeface="微软雅黑" panose="020B0503020204020204" charset="-122"/>
              </a:defRPr>
            </a:lvl1pPr>
          </a:lstStyle>
          <a:p>
            <a:r>
              <a:rPr lang="zh-CN" altLang="en-US" dirty="0"/>
              <a:t>单击此处编辑母版标题样式</a:t>
            </a:r>
          </a:p>
        </p:txBody>
      </p:sp>
      <p:sp>
        <p:nvSpPr>
          <p:cNvPr id="3" name="日期占位符 2"/>
          <p:cNvSpPr>
            <a:spLocks noGrp="1"/>
          </p:cNvSpPr>
          <p:nvPr>
            <p:ph type="dt" sz="half" idx="10"/>
            <p:custDataLst>
              <p:tags r:id="rId5"/>
            </p:custDataLst>
          </p:nvPr>
        </p:nvSpPr>
        <p:spPr/>
        <p:txBody>
          <a:bodyPr/>
          <a:lstStyle/>
          <a:p>
            <a:fld id="{760FBDFE-C587-4B4C-A407-44438C67B59E}" type="datetimeFigureOut">
              <a:rPr lang="zh-CN" altLang="en-US" smtClean="0"/>
              <a:t>2023/7/3</a:t>
            </a:fld>
            <a:endParaRPr lang="zh-CN" altLang="en-US"/>
          </a:p>
        </p:txBody>
      </p:sp>
      <p:sp>
        <p:nvSpPr>
          <p:cNvPr id="4" name="页脚占位符 3"/>
          <p:cNvSpPr>
            <a:spLocks noGrp="1"/>
          </p:cNvSpPr>
          <p:nvPr>
            <p:ph type="ftr" sz="quarter" idx="11"/>
            <p:custDataLst>
              <p:tags r:id="rId6"/>
            </p:custDataLst>
          </p:nvPr>
        </p:nvSpPr>
        <p:spPr/>
        <p:txBody>
          <a:bodyPr/>
          <a:lstStyle/>
          <a:p>
            <a:endParaRPr lang="zh-CN" altLang="en-US" dirty="0"/>
          </a:p>
        </p:txBody>
      </p:sp>
      <p:sp>
        <p:nvSpPr>
          <p:cNvPr id="5" name="灯片编号占位符 4"/>
          <p:cNvSpPr>
            <a:spLocks noGrp="1"/>
          </p:cNvSpPr>
          <p:nvPr>
            <p:ph type="sldNum" sz="quarter" idx="12"/>
            <p:custDataLst>
              <p:tags r:id="rId7"/>
            </p:custDataLst>
          </p:nvPr>
        </p:nvSpPr>
        <p:spPr/>
        <p:txBody>
          <a:bodyPr/>
          <a:lstStyle/>
          <a:p>
            <a:fld id="{49AE70B2-8BF9-45C0-BB95-33D1B9D3A854}" type="slidenum">
              <a:rPr lang="zh-CN" altLang="en-US" smtClean="0"/>
              <a:t>‹#›</a:t>
            </a:fld>
            <a:endParaRPr lang="zh-CN" altLang="en-US" dirty="0"/>
          </a:p>
        </p:txBody>
      </p:sp>
      <p:sp>
        <p:nvSpPr>
          <p:cNvPr id="7" name="文本占位符 6"/>
          <p:cNvSpPr>
            <a:spLocks noGrp="1"/>
          </p:cNvSpPr>
          <p:nvPr>
            <p:ph type="body" sz="quarter" idx="13"/>
            <p:custDataLst>
              <p:tags r:id="rId8"/>
            </p:custDataLst>
          </p:nvPr>
        </p:nvSpPr>
        <p:spPr>
          <a:xfrm>
            <a:off x="612000" y="1659600"/>
            <a:ext cx="10975975" cy="828000"/>
          </a:xfrm>
        </p:spPr>
        <p:txBody>
          <a:bodyPr/>
          <a:lstStyle>
            <a:lvl1pPr algn="ctr">
              <a:defRPr baseline="0">
                <a:solidFill>
                  <a:schemeClr val="tx1">
                    <a:lumMod val="85000"/>
                    <a:lumOff val="15000"/>
                  </a:schemeClr>
                </a:solidFill>
                <a:latin typeface="Arial" panose="020B0604020202020204" pitchFamily="34" charset="0"/>
                <a:ea typeface="微软雅黑" panose="020B0503020204020204" charset="-122"/>
              </a:defRPr>
            </a:lvl1pPr>
          </a:lstStyle>
          <a:p>
            <a:pPr lvl="0"/>
            <a:r>
              <a:rPr lang="zh-CN" altLang="en-US" dirty="0"/>
              <a:t>单击此处编辑母版文本样式</a:t>
            </a:r>
          </a:p>
        </p:txBody>
      </p:sp>
      <p:sp>
        <p:nvSpPr>
          <p:cNvPr id="9" name="内容占位符 8"/>
          <p:cNvSpPr>
            <a:spLocks noGrp="1"/>
          </p:cNvSpPr>
          <p:nvPr>
            <p:ph sz="quarter" idx="14"/>
            <p:custDataLst>
              <p:tags r:id="rId9"/>
            </p:custDataLst>
          </p:nvPr>
        </p:nvSpPr>
        <p:spPr>
          <a:xfrm>
            <a:off x="612775" y="2808000"/>
            <a:ext cx="10965600" cy="3430800"/>
          </a:xfrm>
        </p:spPr>
        <p:txBody>
          <a:bodyPr/>
          <a:lstStyle>
            <a:lvl1pPr>
              <a:defRPr baseline="0">
                <a:solidFill>
                  <a:schemeClr val="tx1">
                    <a:lumMod val="85000"/>
                    <a:lumOff val="15000"/>
                  </a:schemeClr>
                </a:solidFill>
                <a:latin typeface="Arial" panose="020B0604020202020204" pitchFamily="34" charset="0"/>
                <a:ea typeface="微软雅黑" panose="020B0503020204020204" charset="-122"/>
              </a:defRPr>
            </a:lvl1pPr>
            <a:lvl2pPr>
              <a:defRPr baseline="0">
                <a:solidFill>
                  <a:schemeClr val="tx1">
                    <a:lumMod val="85000"/>
                    <a:lumOff val="15000"/>
                  </a:schemeClr>
                </a:solidFill>
                <a:latin typeface="Arial" panose="020B0604020202020204" pitchFamily="34" charset="0"/>
                <a:ea typeface="微软雅黑" panose="020B0503020204020204" charset="-122"/>
              </a:defRPr>
            </a:lvl2pPr>
            <a:lvl3pPr>
              <a:defRPr baseline="0">
                <a:solidFill>
                  <a:schemeClr val="tx1">
                    <a:lumMod val="85000"/>
                    <a:lumOff val="15000"/>
                  </a:schemeClr>
                </a:solidFill>
                <a:latin typeface="Arial" panose="020B0604020202020204" pitchFamily="34" charset="0"/>
                <a:ea typeface="微软雅黑" panose="020B0503020204020204" charset="-122"/>
              </a:defRPr>
            </a:lvl3pPr>
            <a:lvl4pPr>
              <a:defRPr baseline="0">
                <a:solidFill>
                  <a:schemeClr val="tx1">
                    <a:lumMod val="85000"/>
                    <a:lumOff val="15000"/>
                  </a:schemeClr>
                </a:solidFill>
                <a:latin typeface="Arial" panose="020B0604020202020204" pitchFamily="34" charset="0"/>
                <a:ea typeface="微软雅黑" panose="020B0503020204020204" charset="-122"/>
              </a:defRPr>
            </a:lvl4pPr>
            <a:lvl5pPr>
              <a:defRPr baseline="0">
                <a:solidFill>
                  <a:schemeClr val="tx1">
                    <a:lumMod val="85000"/>
                    <a:lumOff val="1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下上">
    <p:bg>
      <p:bgPr>
        <a:gradFill>
          <a:gsLst>
            <a:gs pos="0">
              <a:schemeClr val="tx2"/>
            </a:gs>
            <a:gs pos="100000">
              <a:schemeClr val="bg2">
                <a:lumMod val="95000"/>
              </a:schemeClr>
            </a:gs>
          </a:gsLst>
          <a:lin ang="5400000" scaled="0"/>
        </a:gradFill>
        <a:effectLst/>
      </p:bgPr>
    </p:bg>
    <p:spTree>
      <p:nvGrpSpPr>
        <p:cNvPr id="1" name=""/>
        <p:cNvGrpSpPr/>
        <p:nvPr/>
      </p:nvGrpSpPr>
      <p:grpSpPr>
        <a:xfrm>
          <a:off x="0" y="0"/>
          <a:ext cx="0" cy="0"/>
          <a:chOff x="0" y="0"/>
          <a:chExt cx="0" cy="0"/>
        </a:xfrm>
      </p:grpSpPr>
      <p:sp>
        <p:nvSpPr>
          <p:cNvPr id="8" name="矩形 7"/>
          <p:cNvSpPr/>
          <p:nvPr userDrawn="1">
            <p:custDataLst>
              <p:tags r:id="rId1"/>
            </p:custDataLst>
          </p:nvPr>
        </p:nvSpPr>
        <p:spPr>
          <a:xfrm>
            <a:off x="3810" y="5026661"/>
            <a:ext cx="12192000" cy="1828799"/>
          </a:xfrm>
          <a:prstGeom prst="rect">
            <a:avLst/>
          </a:prstGeom>
          <a:solidFill>
            <a:schemeClr val="tx2">
              <a:lumMod val="10000"/>
              <a:alpha val="8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ym typeface="+mn-ea"/>
            </a:endParaRPr>
          </a:p>
        </p:txBody>
      </p:sp>
      <p:sp>
        <p:nvSpPr>
          <p:cNvPr id="10" name="任意形状 9"/>
          <p:cNvSpPr/>
          <p:nvPr userDrawn="1">
            <p:custDataLst>
              <p:tags r:id="rId2"/>
            </p:custDataLst>
          </p:nvPr>
        </p:nvSpPr>
        <p:spPr>
          <a:xfrm rot="10800000">
            <a:off x="0" y="5902960"/>
            <a:ext cx="976630" cy="95250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tx2">
                  <a:lumMod val="95000"/>
                  <a:alpha val="20000"/>
                </a:schemeClr>
              </a:gs>
              <a:gs pos="100000">
                <a:schemeClr val="bg2">
                  <a:alpha val="2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highlight>
                <a:srgbClr val="1171F1"/>
              </a:highlight>
            </a:endParaRPr>
          </a:p>
        </p:txBody>
      </p:sp>
      <p:sp>
        <p:nvSpPr>
          <p:cNvPr id="2" name="标题 1"/>
          <p:cNvSpPr>
            <a:spLocks noGrp="1"/>
          </p:cNvSpPr>
          <p:nvPr>
            <p:ph type="title"/>
            <p:custDataLst>
              <p:tags r:id="rId3"/>
            </p:custDataLst>
          </p:nvPr>
        </p:nvSpPr>
        <p:spPr>
          <a:xfrm>
            <a:off x="604800" y="669600"/>
            <a:ext cx="10976400" cy="565200"/>
          </a:xfrm>
        </p:spPr>
        <p:txBody>
          <a:bodyPr anchor="ctr">
            <a:normAutofit/>
          </a:bodyPr>
          <a:lstStyle>
            <a:lvl1pPr algn="ctr">
              <a:defRPr sz="3200" baseline="0">
                <a:solidFill>
                  <a:schemeClr val="accent1"/>
                </a:solidFill>
                <a:latin typeface="Arial" panose="020B0604020202020204" pitchFamily="34" charset="0"/>
                <a:ea typeface="微软雅黑" panose="020B0503020204020204" charset="-122"/>
              </a:defRPr>
            </a:lvl1pPr>
          </a:lstStyle>
          <a:p>
            <a:r>
              <a:rPr lang="zh-CN" altLang="en-US" dirty="0"/>
              <a:t>单击此处编辑母版标题样式</a:t>
            </a:r>
          </a:p>
        </p:txBody>
      </p:sp>
      <p:sp>
        <p:nvSpPr>
          <p:cNvPr id="3" name="日期占位符 2"/>
          <p:cNvSpPr>
            <a:spLocks noGrp="1"/>
          </p:cNvSpPr>
          <p:nvPr>
            <p:ph type="dt" sz="half" idx="10"/>
            <p:custDataLst>
              <p:tags r:id="rId4"/>
            </p:custDataLst>
          </p:nvPr>
        </p:nvSpPr>
        <p:spPr/>
        <p:txBody>
          <a:bodyPr/>
          <a:lstStyle/>
          <a:p>
            <a:fld id="{760FBDFE-C587-4B4C-A407-44438C67B59E}" type="datetimeFigureOut">
              <a:rPr lang="zh-CN" altLang="en-US" smtClean="0"/>
              <a:t>2023/7/3</a:t>
            </a:fld>
            <a:endParaRPr lang="zh-CN" altLang="en-US"/>
          </a:p>
        </p:txBody>
      </p:sp>
      <p:sp>
        <p:nvSpPr>
          <p:cNvPr id="4" name="页脚占位符 3"/>
          <p:cNvSpPr>
            <a:spLocks noGrp="1"/>
          </p:cNvSpPr>
          <p:nvPr>
            <p:ph type="ftr" sz="quarter" idx="11"/>
            <p:custDataLst>
              <p:tags r:id="rId5"/>
            </p:custDataLst>
          </p:nvPr>
        </p:nvSpPr>
        <p:spPr/>
        <p:txBody>
          <a:bodyPr/>
          <a:lstStyle/>
          <a:p>
            <a:endParaRPr lang="zh-CN" altLang="en-US" dirty="0"/>
          </a:p>
        </p:txBody>
      </p:sp>
      <p:sp>
        <p:nvSpPr>
          <p:cNvPr id="5" name="灯片编号占位符 4"/>
          <p:cNvSpPr>
            <a:spLocks noGrp="1"/>
          </p:cNvSpPr>
          <p:nvPr>
            <p:ph type="sldNum" sz="quarter" idx="12"/>
            <p:custDataLst>
              <p:tags r:id="rId6"/>
            </p:custDataLst>
          </p:nvPr>
        </p:nvSpPr>
        <p:spPr/>
        <p:txBody>
          <a:bodyPr/>
          <a:lstStyle/>
          <a:p>
            <a:fld id="{49AE70B2-8BF9-45C0-BB95-33D1B9D3A854}" type="slidenum">
              <a:rPr lang="zh-CN" altLang="en-US" smtClean="0"/>
              <a:t>‹#›</a:t>
            </a:fld>
            <a:endParaRPr lang="zh-CN" altLang="en-US" dirty="0"/>
          </a:p>
        </p:txBody>
      </p:sp>
      <p:sp>
        <p:nvSpPr>
          <p:cNvPr id="7" name="内容占位符 6"/>
          <p:cNvSpPr>
            <a:spLocks noGrp="1"/>
          </p:cNvSpPr>
          <p:nvPr>
            <p:ph sz="quarter" idx="13"/>
            <p:custDataLst>
              <p:tags r:id="rId7"/>
            </p:custDataLst>
          </p:nvPr>
        </p:nvSpPr>
        <p:spPr>
          <a:xfrm>
            <a:off x="604837" y="1681200"/>
            <a:ext cx="10990800" cy="3211200"/>
          </a:xfrm>
        </p:spPr>
        <p:txBody>
          <a:bodyPr/>
          <a:lstStyle>
            <a:lvl1pPr>
              <a:defRPr baseline="0">
                <a:solidFill>
                  <a:schemeClr val="tx1">
                    <a:lumMod val="85000"/>
                    <a:lumOff val="15000"/>
                  </a:schemeClr>
                </a:solidFill>
                <a:latin typeface="Arial" panose="020B0604020202020204" pitchFamily="34" charset="0"/>
                <a:ea typeface="微软雅黑" panose="020B0503020204020204" charset="-122"/>
              </a:defRPr>
            </a:lvl1pPr>
            <a:lvl2pPr>
              <a:defRPr baseline="0">
                <a:solidFill>
                  <a:schemeClr val="tx1">
                    <a:lumMod val="85000"/>
                    <a:lumOff val="15000"/>
                  </a:schemeClr>
                </a:solidFill>
                <a:latin typeface="Arial" panose="020B0604020202020204" pitchFamily="34" charset="0"/>
                <a:ea typeface="微软雅黑" panose="020B0503020204020204" charset="-122"/>
              </a:defRPr>
            </a:lvl2pPr>
            <a:lvl3pPr>
              <a:defRPr baseline="0">
                <a:solidFill>
                  <a:schemeClr val="tx1">
                    <a:lumMod val="85000"/>
                    <a:lumOff val="15000"/>
                  </a:schemeClr>
                </a:solidFill>
                <a:latin typeface="Arial" panose="020B0604020202020204" pitchFamily="34" charset="0"/>
                <a:ea typeface="微软雅黑" panose="020B0503020204020204" charset="-122"/>
              </a:defRPr>
            </a:lvl3pPr>
            <a:lvl4pPr>
              <a:defRPr baseline="0">
                <a:solidFill>
                  <a:schemeClr val="tx1">
                    <a:lumMod val="85000"/>
                    <a:lumOff val="15000"/>
                  </a:schemeClr>
                </a:solidFill>
                <a:latin typeface="Arial" panose="020B0604020202020204" pitchFamily="34" charset="0"/>
                <a:ea typeface="微软雅黑" panose="020B0503020204020204" charset="-122"/>
              </a:defRPr>
            </a:lvl4pPr>
            <a:lvl5pPr>
              <a:defRPr baseline="0">
                <a:solidFill>
                  <a:schemeClr val="tx1">
                    <a:lumMod val="85000"/>
                    <a:lumOff val="1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9" name="文本占位符 8"/>
          <p:cNvSpPr>
            <a:spLocks noGrp="1"/>
          </p:cNvSpPr>
          <p:nvPr>
            <p:ph type="body" sz="quarter" idx="14"/>
            <p:custDataLst>
              <p:tags r:id="rId8"/>
            </p:custDataLst>
          </p:nvPr>
        </p:nvSpPr>
        <p:spPr>
          <a:xfrm>
            <a:off x="594000" y="5180400"/>
            <a:ext cx="11001600" cy="1011600"/>
          </a:xfrm>
        </p:spPr>
        <p:txBody>
          <a:bodyPr/>
          <a:lstStyle>
            <a:lvl1pPr>
              <a:defRPr baseline="0">
                <a:solidFill>
                  <a:schemeClr val="tx1">
                    <a:lumMod val="85000"/>
                    <a:lumOff val="15000"/>
                  </a:schemeClr>
                </a:solidFill>
                <a:latin typeface="Arial" panose="020B0604020202020204" pitchFamily="34" charset="0"/>
                <a:ea typeface="微软雅黑" panose="020B0503020204020204" charset="-122"/>
              </a:defRPr>
            </a:lvl1pPr>
          </a:lstStyle>
          <a:p>
            <a:pPr lvl="0"/>
            <a:r>
              <a:rPr lang="zh-CN" altLang="en-US" dirty="0"/>
              <a:t>单击此处编辑母版文本样式</a:t>
            </a: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导航">
    <p:bg>
      <p:bgPr>
        <a:gradFill>
          <a:gsLst>
            <a:gs pos="0">
              <a:schemeClr val="tx2"/>
            </a:gs>
            <a:gs pos="100000">
              <a:schemeClr val="bg2">
                <a:lumMod val="95000"/>
              </a:schemeClr>
            </a:gs>
          </a:gsLst>
          <a:lin ang="5400000" scaled="0"/>
        </a:gradFill>
        <a:effectLst/>
      </p:bgPr>
    </p:bg>
    <p:spTree>
      <p:nvGrpSpPr>
        <p:cNvPr id="1" name=""/>
        <p:cNvGrpSpPr/>
        <p:nvPr/>
      </p:nvGrpSpPr>
      <p:grpSpPr>
        <a:xfrm>
          <a:off x="0" y="0"/>
          <a:ext cx="0" cy="0"/>
          <a:chOff x="0" y="0"/>
          <a:chExt cx="0" cy="0"/>
        </a:xfrm>
      </p:grpSpPr>
      <p:sp>
        <p:nvSpPr>
          <p:cNvPr id="10" name="矩形 9"/>
          <p:cNvSpPr/>
          <p:nvPr userDrawn="1">
            <p:custDataLst>
              <p:tags r:id="rId1"/>
            </p:custDataLst>
          </p:nvPr>
        </p:nvSpPr>
        <p:spPr>
          <a:xfrm>
            <a:off x="0" y="0"/>
            <a:ext cx="12192000" cy="914400"/>
          </a:xfrm>
          <a:prstGeom prst="rect">
            <a:avLst/>
          </a:prstGeom>
          <a:solidFill>
            <a:schemeClr val="tx2">
              <a:lumMod val="10000"/>
              <a:alpha val="8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ym typeface="+mn-ea"/>
            </a:endParaRPr>
          </a:p>
        </p:txBody>
      </p:sp>
      <p:sp>
        <p:nvSpPr>
          <p:cNvPr id="2" name="标题 1"/>
          <p:cNvSpPr>
            <a:spLocks noGrp="1"/>
          </p:cNvSpPr>
          <p:nvPr>
            <p:ph type="title"/>
            <p:custDataLst>
              <p:tags r:id="rId2"/>
            </p:custDataLst>
          </p:nvPr>
        </p:nvSpPr>
        <p:spPr>
          <a:xfrm>
            <a:off x="579755" y="237490"/>
            <a:ext cx="11031220" cy="506730"/>
          </a:xfrm>
        </p:spPr>
        <p:txBody>
          <a:bodyPr wrap="none">
            <a:noAutofit/>
          </a:bodyPr>
          <a:lstStyle>
            <a:lvl1pPr algn="l">
              <a:defRPr sz="2800" baseline="0">
                <a:solidFill>
                  <a:schemeClr val="accent1"/>
                </a:solidFill>
                <a:latin typeface="Arial" panose="020B0604020202020204" pitchFamily="34" charset="0"/>
                <a:ea typeface="微软雅黑" panose="020B0503020204020204" charset="-122"/>
              </a:defRPr>
            </a:lvl1pPr>
          </a:lstStyle>
          <a:p>
            <a:r>
              <a:rPr lang="zh-CN" altLang="en-US" dirty="0"/>
              <a:t>单击此处编辑母版标题样式</a:t>
            </a:r>
          </a:p>
        </p:txBody>
      </p:sp>
      <p:sp>
        <p:nvSpPr>
          <p:cNvPr id="3" name="日期占位符 2"/>
          <p:cNvSpPr>
            <a:spLocks noGrp="1"/>
          </p:cNvSpPr>
          <p:nvPr>
            <p:ph type="dt" sz="half" idx="10"/>
            <p:custDataLst>
              <p:tags r:id="rId3"/>
            </p:custDataLst>
          </p:nvPr>
        </p:nvSpPr>
        <p:spPr/>
        <p:txBody>
          <a:bodyPr/>
          <a:lstStyle/>
          <a:p>
            <a:fld id="{760FBDFE-C587-4B4C-A407-44438C67B59E}" type="datetimeFigureOut">
              <a:rPr lang="zh-CN" altLang="en-US" smtClean="0"/>
              <a:t>2023/7/3</a:t>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dirty="0"/>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dirty="0"/>
          </a:p>
        </p:txBody>
      </p:sp>
      <p:sp>
        <p:nvSpPr>
          <p:cNvPr id="7" name="内容占位符 6"/>
          <p:cNvSpPr>
            <a:spLocks noGrp="1"/>
          </p:cNvSpPr>
          <p:nvPr>
            <p:ph sz="quarter" idx="13"/>
            <p:custDataLst>
              <p:tags r:id="rId6"/>
            </p:custDataLst>
          </p:nvPr>
        </p:nvSpPr>
        <p:spPr>
          <a:xfrm>
            <a:off x="579600" y="1663200"/>
            <a:ext cx="5342400" cy="2894400"/>
          </a:xfrm>
        </p:spPr>
        <p:txBody>
          <a:bodyPr/>
          <a:lstStyle>
            <a:lvl1pPr>
              <a:defRPr baseline="0">
                <a:solidFill>
                  <a:schemeClr val="tx1">
                    <a:lumMod val="85000"/>
                    <a:lumOff val="15000"/>
                  </a:schemeClr>
                </a:solidFill>
                <a:latin typeface="Arial" panose="020B0604020202020204" pitchFamily="34" charset="0"/>
                <a:ea typeface="微软雅黑" panose="020B0503020204020204" charset="-122"/>
              </a:defRPr>
            </a:lvl1pPr>
            <a:lvl2pPr>
              <a:defRPr baseline="0">
                <a:solidFill>
                  <a:schemeClr val="tx1">
                    <a:lumMod val="85000"/>
                    <a:lumOff val="15000"/>
                  </a:schemeClr>
                </a:solidFill>
                <a:latin typeface="Arial" panose="020B0604020202020204" pitchFamily="34" charset="0"/>
                <a:ea typeface="微软雅黑" panose="020B0503020204020204" charset="-122"/>
              </a:defRPr>
            </a:lvl2pPr>
            <a:lvl3pPr>
              <a:defRPr baseline="0">
                <a:solidFill>
                  <a:schemeClr val="tx1">
                    <a:lumMod val="85000"/>
                    <a:lumOff val="15000"/>
                  </a:schemeClr>
                </a:solidFill>
                <a:latin typeface="Arial" panose="020B0604020202020204" pitchFamily="34" charset="0"/>
                <a:ea typeface="微软雅黑" panose="020B0503020204020204" charset="-122"/>
              </a:defRPr>
            </a:lvl3pPr>
            <a:lvl4pPr>
              <a:defRPr baseline="0">
                <a:solidFill>
                  <a:schemeClr val="tx1">
                    <a:lumMod val="85000"/>
                    <a:lumOff val="15000"/>
                  </a:schemeClr>
                </a:solidFill>
                <a:latin typeface="Arial" panose="020B0604020202020204" pitchFamily="34" charset="0"/>
                <a:ea typeface="微软雅黑" panose="020B0503020204020204" charset="-122"/>
              </a:defRPr>
            </a:lvl4pPr>
            <a:lvl5pPr>
              <a:defRPr baseline="0">
                <a:solidFill>
                  <a:schemeClr val="tx1">
                    <a:lumMod val="85000"/>
                    <a:lumOff val="1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9" name="内容占位符 8"/>
          <p:cNvSpPr>
            <a:spLocks noGrp="1"/>
          </p:cNvSpPr>
          <p:nvPr>
            <p:ph sz="quarter" idx="14"/>
            <p:custDataLst>
              <p:tags r:id="rId7"/>
            </p:custDataLst>
          </p:nvPr>
        </p:nvSpPr>
        <p:spPr>
          <a:xfrm>
            <a:off x="6242400" y="1663200"/>
            <a:ext cx="5367600" cy="2894400"/>
          </a:xfrm>
        </p:spPr>
        <p:txBody>
          <a:bodyPr/>
          <a:lstStyle>
            <a:lvl1pPr>
              <a:defRPr baseline="0">
                <a:solidFill>
                  <a:schemeClr val="tx1">
                    <a:lumMod val="85000"/>
                    <a:lumOff val="15000"/>
                  </a:schemeClr>
                </a:solidFill>
                <a:latin typeface="Arial" panose="020B0604020202020204" pitchFamily="34" charset="0"/>
                <a:ea typeface="微软雅黑" panose="020B0503020204020204" charset="-122"/>
              </a:defRPr>
            </a:lvl1pPr>
            <a:lvl2pPr>
              <a:defRPr baseline="0">
                <a:solidFill>
                  <a:schemeClr val="tx1">
                    <a:lumMod val="85000"/>
                    <a:lumOff val="15000"/>
                  </a:schemeClr>
                </a:solidFill>
                <a:latin typeface="Arial" panose="020B0604020202020204" pitchFamily="34" charset="0"/>
                <a:ea typeface="微软雅黑" panose="020B0503020204020204" charset="-122"/>
              </a:defRPr>
            </a:lvl2pPr>
            <a:lvl3pPr>
              <a:defRPr baseline="0">
                <a:solidFill>
                  <a:schemeClr val="tx1">
                    <a:lumMod val="85000"/>
                    <a:lumOff val="15000"/>
                  </a:schemeClr>
                </a:solidFill>
                <a:latin typeface="Arial" panose="020B0604020202020204" pitchFamily="34" charset="0"/>
                <a:ea typeface="微软雅黑" panose="020B0503020204020204" charset="-122"/>
              </a:defRPr>
            </a:lvl3pPr>
            <a:lvl4pPr>
              <a:defRPr baseline="0">
                <a:solidFill>
                  <a:schemeClr val="tx1">
                    <a:lumMod val="85000"/>
                    <a:lumOff val="15000"/>
                  </a:schemeClr>
                </a:solidFill>
                <a:latin typeface="Arial" panose="020B0604020202020204" pitchFamily="34" charset="0"/>
                <a:ea typeface="微软雅黑" panose="020B0503020204020204" charset="-122"/>
              </a:defRPr>
            </a:lvl4pPr>
            <a:lvl5pPr>
              <a:defRPr baseline="0">
                <a:solidFill>
                  <a:schemeClr val="tx1">
                    <a:lumMod val="85000"/>
                    <a:lumOff val="1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1" name="文本占位符 10"/>
          <p:cNvSpPr>
            <a:spLocks noGrp="1"/>
          </p:cNvSpPr>
          <p:nvPr>
            <p:ph type="body" sz="quarter" idx="15"/>
            <p:custDataLst>
              <p:tags r:id="rId8"/>
            </p:custDataLst>
          </p:nvPr>
        </p:nvSpPr>
        <p:spPr>
          <a:xfrm>
            <a:off x="572400" y="4816800"/>
            <a:ext cx="5342400" cy="781200"/>
          </a:xfrm>
        </p:spPr>
        <p:txBody>
          <a:bodyPr/>
          <a:lstStyle>
            <a:lvl1pPr>
              <a:defRPr baseline="0">
                <a:solidFill>
                  <a:schemeClr val="tx1">
                    <a:lumMod val="85000"/>
                    <a:lumOff val="15000"/>
                  </a:schemeClr>
                </a:solidFill>
                <a:latin typeface="Arial" panose="020B0604020202020204" pitchFamily="34" charset="0"/>
                <a:ea typeface="微软雅黑" panose="020B0503020204020204" charset="-122"/>
              </a:defRPr>
            </a:lvl1pPr>
          </a:lstStyle>
          <a:p>
            <a:pPr lvl="0"/>
            <a:r>
              <a:rPr lang="zh-CN" altLang="en-US" dirty="0"/>
              <a:t>单击此处编辑母版文本样式</a:t>
            </a:r>
          </a:p>
        </p:txBody>
      </p:sp>
      <p:sp>
        <p:nvSpPr>
          <p:cNvPr id="13" name="文本占位符 12"/>
          <p:cNvSpPr>
            <a:spLocks noGrp="1"/>
          </p:cNvSpPr>
          <p:nvPr>
            <p:ph type="body" sz="quarter" idx="16"/>
            <p:custDataLst>
              <p:tags r:id="rId9"/>
            </p:custDataLst>
          </p:nvPr>
        </p:nvSpPr>
        <p:spPr>
          <a:xfrm>
            <a:off x="6253200" y="4813200"/>
            <a:ext cx="5367600" cy="781200"/>
          </a:xfrm>
        </p:spPr>
        <p:txBody>
          <a:bodyPr/>
          <a:lstStyle>
            <a:lvl1pPr>
              <a:defRPr baseline="0">
                <a:solidFill>
                  <a:schemeClr val="tx1">
                    <a:lumMod val="85000"/>
                    <a:lumOff val="15000"/>
                  </a:schemeClr>
                </a:solidFill>
                <a:latin typeface="Arial" panose="020B0604020202020204" pitchFamily="34" charset="0"/>
                <a:ea typeface="微软雅黑" panose="020B0503020204020204" charset="-122"/>
              </a:defRPr>
            </a:lvl1pPr>
          </a:lstStyle>
          <a:p>
            <a:pPr lvl="0"/>
            <a:r>
              <a:rPr lang="zh-CN" altLang="en-US" dirty="0"/>
              <a:t>单击此处编辑母版文本样式</a:t>
            </a: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腰带">
    <p:bg>
      <p:bgPr>
        <a:gradFill>
          <a:gsLst>
            <a:gs pos="0">
              <a:schemeClr val="tx2"/>
            </a:gs>
            <a:gs pos="100000">
              <a:schemeClr val="bg2">
                <a:lumMod val="95000"/>
              </a:schemeClr>
            </a:gs>
          </a:gsLst>
          <a:lin ang="5400000" scaled="0"/>
        </a:gradFill>
        <a:effectLst/>
      </p:bgPr>
    </p:bg>
    <p:spTree>
      <p:nvGrpSpPr>
        <p:cNvPr id="1" name=""/>
        <p:cNvGrpSpPr/>
        <p:nvPr/>
      </p:nvGrpSpPr>
      <p:grpSpPr>
        <a:xfrm>
          <a:off x="0" y="0"/>
          <a:ext cx="0" cy="0"/>
          <a:chOff x="0" y="0"/>
          <a:chExt cx="0" cy="0"/>
        </a:xfrm>
      </p:grpSpPr>
      <p:sp>
        <p:nvSpPr>
          <p:cNvPr id="10" name="矩形 9"/>
          <p:cNvSpPr/>
          <p:nvPr userDrawn="1">
            <p:custDataLst>
              <p:tags r:id="rId1"/>
            </p:custDataLst>
          </p:nvPr>
        </p:nvSpPr>
        <p:spPr>
          <a:xfrm>
            <a:off x="0" y="959224"/>
            <a:ext cx="12192000" cy="4939553"/>
          </a:xfrm>
          <a:prstGeom prst="rect">
            <a:avLst/>
          </a:prstGeom>
          <a:solidFill>
            <a:schemeClr val="bg2">
              <a:alpha val="4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ym typeface="+mn-ea"/>
            </a:endParaRPr>
          </a:p>
        </p:txBody>
      </p:sp>
      <p:sp>
        <p:nvSpPr>
          <p:cNvPr id="2" name="标题 1"/>
          <p:cNvSpPr>
            <a:spLocks noGrp="1"/>
          </p:cNvSpPr>
          <p:nvPr>
            <p:ph type="title" hasCustomPrompt="1"/>
            <p:custDataLst>
              <p:tags r:id="rId2"/>
            </p:custDataLst>
          </p:nvPr>
        </p:nvSpPr>
        <p:spPr>
          <a:xfrm>
            <a:off x="1522800" y="1339200"/>
            <a:ext cx="9144000" cy="2386800"/>
          </a:xfrm>
        </p:spPr>
        <p:txBody>
          <a:bodyPr anchor="b">
            <a:normAutofit/>
          </a:bodyPr>
          <a:lstStyle>
            <a:lvl1pPr algn="ctr">
              <a:defRPr sz="6000" baseline="0">
                <a:solidFill>
                  <a:schemeClr val="accent1"/>
                </a:solidFill>
                <a:latin typeface="Arial" panose="020B0604020202020204" pitchFamily="34" charset="0"/>
                <a:ea typeface="微软雅黑" panose="020B0503020204020204" charset="-122"/>
              </a:defRPr>
            </a:lvl1pPr>
          </a:lstStyle>
          <a:p>
            <a:r>
              <a:rPr lang="zh-CN" altLang="en-US" dirty="0"/>
              <a:t>单击此处编辑标题</a:t>
            </a:r>
          </a:p>
        </p:txBody>
      </p:sp>
      <p:sp>
        <p:nvSpPr>
          <p:cNvPr id="3" name="日期占位符 2"/>
          <p:cNvSpPr>
            <a:spLocks noGrp="1"/>
          </p:cNvSpPr>
          <p:nvPr>
            <p:ph type="dt" sz="half" idx="10"/>
            <p:custDataLst>
              <p:tags r:id="rId3"/>
            </p:custDataLst>
          </p:nvPr>
        </p:nvSpPr>
        <p:spPr/>
        <p:txBody>
          <a:bodyPr/>
          <a:lstStyle/>
          <a:p>
            <a:fld id="{760FBDFE-C587-4B4C-A407-44438C67B59E}" type="datetimeFigureOut">
              <a:rPr lang="zh-CN" altLang="en-US" smtClean="0"/>
              <a:t>2023/7/3</a:t>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dirty="0"/>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dirty="0"/>
          </a:p>
        </p:txBody>
      </p:sp>
      <p:sp>
        <p:nvSpPr>
          <p:cNvPr id="7" name="文本占位符 6"/>
          <p:cNvSpPr>
            <a:spLocks noGrp="1"/>
          </p:cNvSpPr>
          <p:nvPr>
            <p:ph type="body" sz="quarter" idx="13"/>
            <p:custDataLst>
              <p:tags r:id="rId6"/>
            </p:custDataLst>
          </p:nvPr>
        </p:nvSpPr>
        <p:spPr>
          <a:xfrm>
            <a:off x="1522413" y="3862800"/>
            <a:ext cx="9144000" cy="1656000"/>
          </a:xfrm>
        </p:spPr>
        <p:txBody>
          <a:bodyPr/>
          <a:lstStyle>
            <a:lvl1pPr algn="ctr">
              <a:defRPr baseline="0">
                <a:solidFill>
                  <a:schemeClr val="tx1">
                    <a:lumMod val="85000"/>
                    <a:lumOff val="15000"/>
                  </a:schemeClr>
                </a:solidFill>
                <a:latin typeface="Arial" panose="020B0604020202020204" pitchFamily="34" charset="0"/>
                <a:ea typeface="微软雅黑" panose="020B0503020204020204" charset="-122"/>
              </a:defRPr>
            </a:lvl1pPr>
          </a:lstStyle>
          <a:p>
            <a:pPr lvl="0"/>
            <a:r>
              <a:rPr lang="zh-CN" altLang="en-US" dirty="0"/>
              <a:t>单击此处编辑母版文本样式</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ags" Target="../tags/tag2.xml"/><Relationship Id="rId18" Type="http://schemas.openxmlformats.org/officeDocument/2006/relationships/tags" Target="../tags/tag7.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17" Type="http://schemas.openxmlformats.org/officeDocument/2006/relationships/tags" Target="../tags/tag6.xml"/><Relationship Id="rId2" Type="http://schemas.openxmlformats.org/officeDocument/2006/relationships/slideLayout" Target="../slideLayouts/slideLayout2.xml"/><Relationship Id="rId16" Type="http://schemas.openxmlformats.org/officeDocument/2006/relationships/tags" Target="../tags/tag5.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ags" Target="../tags/tag4.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ags" Target="../tags/tag3.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18" Type="http://schemas.openxmlformats.org/officeDocument/2006/relationships/slideLayout" Target="../slideLayouts/slideLayout29.xml"/><Relationship Id="rId3" Type="http://schemas.openxmlformats.org/officeDocument/2006/relationships/slideLayout" Target="../slideLayouts/slideLayout14.xml"/><Relationship Id="rId21" Type="http://schemas.openxmlformats.org/officeDocument/2006/relationships/tags" Target="../tags/tag65.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17" Type="http://schemas.openxmlformats.org/officeDocument/2006/relationships/slideLayout" Target="../slideLayouts/slideLayout28.xml"/><Relationship Id="rId25" Type="http://schemas.openxmlformats.org/officeDocument/2006/relationships/tags" Target="../tags/tag69.xml"/><Relationship Id="rId2" Type="http://schemas.openxmlformats.org/officeDocument/2006/relationships/slideLayout" Target="../slideLayouts/slideLayout13.xml"/><Relationship Id="rId16" Type="http://schemas.openxmlformats.org/officeDocument/2006/relationships/slideLayout" Target="../slideLayouts/slideLayout27.xml"/><Relationship Id="rId20" Type="http://schemas.openxmlformats.org/officeDocument/2006/relationships/tags" Target="../tags/tag64.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24" Type="http://schemas.openxmlformats.org/officeDocument/2006/relationships/tags" Target="../tags/tag68.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23" Type="http://schemas.openxmlformats.org/officeDocument/2006/relationships/tags" Target="../tags/tag67.xml"/><Relationship Id="rId10" Type="http://schemas.openxmlformats.org/officeDocument/2006/relationships/slideLayout" Target="../slideLayouts/slideLayout21.xml"/><Relationship Id="rId19" Type="http://schemas.openxmlformats.org/officeDocument/2006/relationships/theme" Target="../theme/theme2.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 Id="rId22" Type="http://schemas.openxmlformats.org/officeDocument/2006/relationships/tags" Target="../tags/tag6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14"/>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p>
        </p:txBody>
      </p:sp>
      <p:sp>
        <p:nvSpPr>
          <p:cNvPr id="3" name="文本占位符 2"/>
          <p:cNvSpPr>
            <a:spLocks noGrp="1"/>
          </p:cNvSpPr>
          <p:nvPr>
            <p:ph type="body" idx="1"/>
            <p:custDataLst>
              <p:tags r:id="rId15"/>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custDataLst>
              <p:tags r:id="rId16"/>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zh-CN" altLang="en-US" smtClean="0"/>
              <a:t>2023/7/3</a:t>
            </a:fld>
            <a:endParaRPr lang="zh-CN" altLang="en-US"/>
          </a:p>
        </p:txBody>
      </p:sp>
      <p:sp>
        <p:nvSpPr>
          <p:cNvPr id="5" name="页脚占位符 4"/>
          <p:cNvSpPr>
            <a:spLocks noGrp="1"/>
          </p:cNvSpPr>
          <p:nvPr>
            <p:ph type="ftr" sz="quarter" idx="3"/>
            <p:custDataLst>
              <p:tags r:id="rId17"/>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18"/>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zh-CN" altLang="en-US" smtClean="0"/>
              <a:t>‹#›</a:t>
            </a:fld>
            <a:endParaRPr lang="zh-CN" altLang="en-US" dirty="0"/>
          </a:p>
        </p:txBody>
      </p:sp>
    </p:spTree>
    <p:custDataLst>
      <p:tags r:id="rId13"/>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gradFill>
          <a:gsLst>
            <a:gs pos="0">
              <a:schemeClr val="bg2"/>
            </a:gs>
            <a:gs pos="100000">
              <a:schemeClr val="tx2"/>
            </a:gs>
          </a:gsLst>
          <a:lin ang="5400000" scaled="0"/>
        </a:gra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20"/>
            </p:custDataLst>
          </p:nvPr>
        </p:nvSpPr>
        <p:spPr>
          <a:xfrm>
            <a:off x="669882" y="443230"/>
            <a:ext cx="10852237" cy="441964"/>
          </a:xfrm>
          <a:prstGeom prst="rect">
            <a:avLst/>
          </a:prstGeom>
        </p:spPr>
        <p:txBody>
          <a:bodyPr vert="horz" lIns="91440" tIns="45720" rIns="91440" bIns="45720" rtlCol="0" anchor="t" anchorCtr="0">
            <a:normAutofit/>
          </a:bodyPr>
          <a:lstStyle/>
          <a:p>
            <a:r>
              <a:rPr lang="zh-CN" altLang="en-US" dirty="0"/>
              <a:t>单击此处编辑母版标题样式</a:t>
            </a:r>
          </a:p>
        </p:txBody>
      </p:sp>
      <p:sp>
        <p:nvSpPr>
          <p:cNvPr id="3" name="文本占位符 2"/>
          <p:cNvSpPr>
            <a:spLocks noGrp="1"/>
          </p:cNvSpPr>
          <p:nvPr>
            <p:ph type="body" idx="1"/>
            <p:custDataLst>
              <p:tags r:id="rId21"/>
            </p:custDataLst>
          </p:nvPr>
        </p:nvSpPr>
        <p:spPr>
          <a:xfrm>
            <a:off x="669882" y="952508"/>
            <a:ext cx="10852237" cy="5388907"/>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custDataLst>
              <p:tags r:id="rId22"/>
            </p:custDataLst>
          </p:nvPr>
        </p:nvSpPr>
        <p:spPr>
          <a:xfrm>
            <a:off x="879742" y="6349833"/>
            <a:ext cx="2700000" cy="316800"/>
          </a:xfrm>
          <a:prstGeom prst="rect">
            <a:avLst/>
          </a:prstGeom>
        </p:spPr>
        <p:txBody>
          <a:bodyPr vert="horz" lIns="91440" tIns="45720" rIns="91440" bIns="45720" rtlCol="0" anchor="ctr">
            <a:normAutofit/>
          </a:bodyPr>
          <a:lstStyle>
            <a:lvl1pPr algn="l">
              <a:defRPr sz="1200">
                <a:solidFill>
                  <a:schemeClr val="tx1">
                    <a:tint val="75000"/>
                  </a:schemeClr>
                </a:solidFill>
              </a:defRPr>
            </a:lvl1pPr>
          </a:lstStyle>
          <a:p>
            <a:fld id="{760FBDFE-C587-4B4C-A407-44438C67B59E}" type="datetimeFigureOut">
              <a:rPr lang="zh-CN" altLang="en-US" smtClean="0"/>
              <a:t>2023/7/3</a:t>
            </a:fld>
            <a:endParaRPr lang="zh-CN" altLang="en-US"/>
          </a:p>
        </p:txBody>
      </p:sp>
      <p:sp>
        <p:nvSpPr>
          <p:cNvPr id="5" name="页脚占位符 4"/>
          <p:cNvSpPr>
            <a:spLocks noGrp="1"/>
          </p:cNvSpPr>
          <p:nvPr>
            <p:ph type="ftr" sz="quarter" idx="3"/>
            <p:custDataLst>
              <p:tags r:id="rId23"/>
            </p:custDataLst>
          </p:nvPr>
        </p:nvSpPr>
        <p:spPr>
          <a:xfrm>
            <a:off x="4116000" y="6349833"/>
            <a:ext cx="3960000" cy="316800"/>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24"/>
            </p:custDataLst>
          </p:nvPr>
        </p:nvSpPr>
        <p:spPr>
          <a:xfrm>
            <a:off x="8610600" y="6349833"/>
            <a:ext cx="2700000" cy="316800"/>
          </a:xfrm>
          <a:prstGeom prst="rect">
            <a:avLst/>
          </a:prstGeom>
        </p:spPr>
        <p:txBody>
          <a:bodyPr vert="horz" lIns="91440" tIns="45720" rIns="91440" bIns="45720" rtlCol="0" anchor="ctr">
            <a:normAutofit/>
          </a:bodyPr>
          <a:lstStyle>
            <a:lvl1pPr algn="r">
              <a:defRPr sz="1200">
                <a:solidFill>
                  <a:schemeClr val="tx1">
                    <a:tint val="75000"/>
                  </a:schemeClr>
                </a:solidFill>
              </a:defRPr>
            </a:lvl1pPr>
          </a:lstStyle>
          <a:p>
            <a:fld id="{49AE70B2-8BF9-45C0-BB95-33D1B9D3A854}" type="slidenum">
              <a:rPr lang="zh-CN" altLang="en-US" smtClean="0"/>
              <a:t>‹#›</a:t>
            </a:fld>
            <a:endParaRPr lang="zh-CN" altLang="en-US" dirty="0"/>
          </a:p>
        </p:txBody>
      </p:sp>
      <p:sp>
        <p:nvSpPr>
          <p:cNvPr id="7" name="KSO_TEMPLATE" hidden="1"/>
          <p:cNvSpPr/>
          <p:nvPr userDrawn="1">
            <p:custDataLst>
              <p:tags r:id="rId25"/>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Lst>
  <p:txStyles>
    <p:titleStyle>
      <a:lvl1pPr algn="l" defTabSz="914400" rtl="0" eaLnBrk="1" fontAlgn="auto" latinLnBrk="0" hangingPunct="1">
        <a:lnSpc>
          <a:spcPct val="100000"/>
        </a:lnSpc>
        <a:spcBef>
          <a:spcPct val="0"/>
        </a:spcBef>
        <a:buNone/>
        <a:defRPr sz="2400" b="1" u="none" strike="noStrike" kern="1200" cap="none" spc="200" normalizeH="0" baseline="0">
          <a:solidFill>
            <a:schemeClr val="accent1"/>
          </a:solidFill>
          <a:uFillTx/>
          <a:latin typeface="Arial" panose="020B0604020202020204" pitchFamily="34" charset="0"/>
          <a:ea typeface="微软雅黑" panose="020B0503020204020204" charset="-122"/>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lumMod val="85000"/>
              <a:lumOff val="15000"/>
            </a:schemeClr>
          </a:solidFill>
          <a:uFillTx/>
          <a:latin typeface="Arial" panose="020B0604020202020204" pitchFamily="34" charset="0"/>
          <a:ea typeface="微软雅黑" panose="020B0503020204020204" charset="-122"/>
          <a:cs typeface="+mn-cs"/>
        </a:defRPr>
      </a:lvl1pPr>
      <a:lvl2pPr marL="685800"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sz="1600" u="none" strike="noStrike" kern="1200" cap="none" spc="150" normalizeH="0" baseline="0">
          <a:solidFill>
            <a:schemeClr val="tx1">
              <a:lumMod val="85000"/>
              <a:lumOff val="15000"/>
            </a:schemeClr>
          </a:solidFill>
          <a:uFillTx/>
          <a:latin typeface="Arial" panose="020B0604020202020204" pitchFamily="34" charset="0"/>
          <a:ea typeface="微软雅黑" panose="020B0503020204020204" charset="-122"/>
          <a:cs typeface="+mn-cs"/>
        </a:defRPr>
      </a:lvl2pPr>
      <a:lvl3pPr marL="11430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lumMod val="85000"/>
              <a:lumOff val="15000"/>
            </a:schemeClr>
          </a:solidFill>
          <a:uFillTx/>
          <a:latin typeface="Arial" panose="020B0604020202020204" pitchFamily="34" charset="0"/>
          <a:ea typeface="微软雅黑" panose="020B0503020204020204" charset="-122"/>
          <a:cs typeface="+mn-cs"/>
        </a:defRPr>
      </a:lvl3pPr>
      <a:lvl4pPr marL="16002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lumMod val="85000"/>
              <a:lumOff val="15000"/>
            </a:schemeClr>
          </a:solidFill>
          <a:uFillTx/>
          <a:latin typeface="Arial" panose="020B0604020202020204" pitchFamily="34" charset="0"/>
          <a:ea typeface="微软雅黑" panose="020B0503020204020204" charset="-122"/>
          <a:cs typeface="+mn-cs"/>
        </a:defRPr>
      </a:lvl4pPr>
      <a:lvl5pPr marL="20574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lumMod val="85000"/>
              <a:lumOff val="15000"/>
            </a:schemeClr>
          </a:solidFill>
          <a:uFillTx/>
          <a:latin typeface="Arial" panose="020B0604020202020204" pitchFamily="34" charset="0"/>
          <a:ea typeface="微软雅黑" panose="020B050302020402020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tags" Target="../tags/tag191.xml"/><Relationship Id="rId2" Type="http://schemas.openxmlformats.org/officeDocument/2006/relationships/tags" Target="../tags/tag190.xml"/><Relationship Id="rId1" Type="http://schemas.openxmlformats.org/officeDocument/2006/relationships/tags" Target="../tags/tag189.xml"/><Relationship Id="rId4"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19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13.xml"/><Relationship Id="rId1" Type="http://schemas.openxmlformats.org/officeDocument/2006/relationships/tags" Target="../tags/tag193.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Layout" Target="../slideLayouts/slideLayout13.xml"/><Relationship Id="rId1" Type="http://schemas.openxmlformats.org/officeDocument/2006/relationships/tags" Target="../tags/tag194.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195.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196.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Layout" Target="../slideLayouts/slideLayout13.xml"/><Relationship Id="rId1" Type="http://schemas.openxmlformats.org/officeDocument/2006/relationships/tags" Target="../tags/tag197.xml"/><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Layout" Target="../slideLayouts/slideLayout13.xml"/><Relationship Id="rId1" Type="http://schemas.openxmlformats.org/officeDocument/2006/relationships/tags" Target="../tags/tag198.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slideLayout" Target="../slideLayouts/slideLayout13.xml"/><Relationship Id="rId1" Type="http://schemas.openxmlformats.org/officeDocument/2006/relationships/tags" Target="../tags/tag199.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200.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201.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202.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203.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204.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205.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206.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207.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208.xm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209.xml"/></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210.xml"/></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211.xml"/></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212.xml"/></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213.xml"/></Relationships>
</file>

<file path=ppt/slides/_rels/slide2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slideLayout" Target="../slideLayouts/slideLayout13.xml"/><Relationship Id="rId1" Type="http://schemas.openxmlformats.org/officeDocument/2006/relationships/tags" Target="../tags/tag214.xml"/></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2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ctrTitle"/>
            <p:custDataLst>
              <p:tags r:id="rId2"/>
            </p:custDataLst>
          </p:nvPr>
        </p:nvSpPr>
        <p:spPr>
          <a:xfrm>
            <a:off x="1717675" y="1674448"/>
            <a:ext cx="8316595" cy="1896745"/>
          </a:xfrm>
        </p:spPr>
        <p:txBody>
          <a:bodyPr>
            <a:normAutofit fontScale="90000"/>
          </a:bodyPr>
          <a:lstStyle/>
          <a:p>
            <a:r>
              <a:rPr lang="zh-CN" altLang="en-US" dirty="0">
                <a:solidFill>
                  <a:schemeClr val="accent1"/>
                </a:solidFill>
                <a:sym typeface="Arial" panose="020B0604020202020204" pitchFamily="34" charset="0"/>
              </a:rPr>
              <a:t>人工智能入门实践</a:t>
            </a:r>
            <a:br>
              <a:rPr lang="zh-CN" altLang="en-US" dirty="0">
                <a:sym typeface="Arial" panose="020B0604020202020204" pitchFamily="34" charset="0"/>
              </a:rPr>
            </a:br>
            <a:endParaRPr lang="zh-CN" altLang="en-US" dirty="0">
              <a:sym typeface="Arial" panose="020B0604020202020204" pitchFamily="34" charset="0"/>
            </a:endParaRPr>
          </a:p>
        </p:txBody>
      </p:sp>
      <p:sp>
        <p:nvSpPr>
          <p:cNvPr id="5" name="文本占位符 4"/>
          <p:cNvSpPr>
            <a:spLocks noGrp="1"/>
          </p:cNvSpPr>
          <p:nvPr>
            <p:ph type="body" sz="quarter" idx="13"/>
            <p:custDataLst>
              <p:tags r:id="rId3"/>
            </p:custDataLst>
          </p:nvPr>
        </p:nvSpPr>
        <p:spPr>
          <a:xfrm>
            <a:off x="1717675" y="4747260"/>
            <a:ext cx="8370570" cy="1427480"/>
          </a:xfrm>
        </p:spPr>
        <p:txBody>
          <a:bodyPr>
            <a:normAutofit/>
          </a:bodyPr>
          <a:lstStyle/>
          <a:p>
            <a:r>
              <a:rPr lang="en-US" altLang="zh-CN" dirty="0">
                <a:solidFill>
                  <a:schemeClr val="accent1">
                    <a:lumMod val="75000"/>
                  </a:schemeClr>
                </a:solidFill>
                <a:sym typeface="Arial" panose="020B0604020202020204" pitchFamily="34" charset="0"/>
              </a:rPr>
              <a:t>演讲者：</a:t>
            </a:r>
          </a:p>
        </p:txBody>
      </p:sp>
    </p:spTree>
    <p:custDataLst>
      <p:tags r:id="rId1"/>
    </p:custDataLst>
  </p:cSld>
  <p:clrMapOvr>
    <a:masterClrMapping/>
  </p:clrMapOvr>
  <p:transition spd="slow">
    <p:push dir="u"/>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6967" y="485174"/>
            <a:ext cx="9832340" cy="441960"/>
          </a:xfrm>
        </p:spPr>
        <p:txBody>
          <a:bodyPr/>
          <a:lstStyle/>
          <a:p>
            <a:r>
              <a:rPr lang="zh-CN" altLang="en-US" sz="3600" dirty="0"/>
              <a:t>第一章 绪论</a:t>
            </a:r>
            <a:endParaRPr sz="3600" dirty="0"/>
          </a:p>
        </p:txBody>
      </p:sp>
      <p:sp>
        <p:nvSpPr>
          <p:cNvPr id="9" name="文本框 8">
            <a:extLst>
              <a:ext uri="{FF2B5EF4-FFF2-40B4-BE49-F238E27FC236}">
                <a16:creationId xmlns:a16="http://schemas.microsoft.com/office/drawing/2014/main" id="{2D4F1782-F9DB-B07A-809C-F609303E371B}"/>
              </a:ext>
            </a:extLst>
          </p:cNvPr>
          <p:cNvSpPr txBox="1"/>
          <p:nvPr/>
        </p:nvSpPr>
        <p:spPr>
          <a:xfrm>
            <a:off x="456967" y="1627463"/>
            <a:ext cx="8355435" cy="2246769"/>
          </a:xfrm>
          <a:prstGeom prst="rect">
            <a:avLst/>
          </a:prstGeom>
          <a:noFill/>
        </p:spPr>
        <p:txBody>
          <a:bodyPr wrap="square" rtlCol="0">
            <a:spAutoFit/>
          </a:bodyPr>
          <a:lstStyle/>
          <a:p>
            <a:pPr marL="457200" indent="-457200">
              <a:buFont typeface="Arial" panose="020B0604020202020204" pitchFamily="34" charset="0"/>
              <a:buChar char="•"/>
            </a:pPr>
            <a:r>
              <a:rPr lang="en-US" altLang="zh-CN" sz="2800" b="1" dirty="0">
                <a:solidFill>
                  <a:srgbClr val="577CCE"/>
                </a:solidFill>
                <a:latin typeface="+mj-ea"/>
                <a:ea typeface="+mj-ea"/>
              </a:rPr>
              <a:t>1.1 </a:t>
            </a:r>
            <a:r>
              <a:rPr lang="zh-CN" altLang="en-US" sz="2800" b="1" dirty="0">
                <a:solidFill>
                  <a:srgbClr val="577CCE"/>
                </a:solidFill>
                <a:latin typeface="+mj-ea"/>
                <a:ea typeface="+mj-ea"/>
              </a:rPr>
              <a:t>人工智能概述</a:t>
            </a:r>
            <a:endParaRPr lang="en-US" altLang="zh-CN" sz="2800" b="1" dirty="0">
              <a:solidFill>
                <a:srgbClr val="577CCE"/>
              </a:solidFill>
              <a:latin typeface="+mj-ea"/>
              <a:ea typeface="+mj-ea"/>
            </a:endParaRPr>
          </a:p>
          <a:p>
            <a:pPr marL="457200" indent="-457200">
              <a:buFont typeface="Arial" panose="020B0604020202020204" pitchFamily="34" charset="0"/>
              <a:buChar char="•"/>
            </a:pPr>
            <a:endParaRPr lang="en-US" altLang="zh-CN" sz="2800" b="1" dirty="0">
              <a:solidFill>
                <a:srgbClr val="577CCE"/>
              </a:solidFill>
              <a:latin typeface="+mj-ea"/>
              <a:ea typeface="+mj-ea"/>
            </a:endParaRPr>
          </a:p>
          <a:p>
            <a:pPr marL="457200" indent="-457200">
              <a:buFont typeface="Arial" panose="020B0604020202020204" pitchFamily="34" charset="0"/>
              <a:buChar char="•"/>
            </a:pPr>
            <a:r>
              <a:rPr lang="en-US" altLang="zh-CN" sz="2800" b="1" dirty="0">
                <a:solidFill>
                  <a:srgbClr val="577CCE"/>
                </a:solidFill>
                <a:latin typeface="+mj-ea"/>
                <a:ea typeface="+mj-ea"/>
              </a:rPr>
              <a:t>1.2 </a:t>
            </a:r>
            <a:r>
              <a:rPr lang="zh-CN" altLang="en-US" sz="2800" b="1" dirty="0">
                <a:solidFill>
                  <a:srgbClr val="577CCE"/>
                </a:solidFill>
                <a:latin typeface="+mj-ea"/>
                <a:ea typeface="+mj-ea"/>
              </a:rPr>
              <a:t>模式识别与机器学习</a:t>
            </a:r>
            <a:endParaRPr lang="en-US" altLang="zh-CN" sz="2800" b="1" dirty="0">
              <a:solidFill>
                <a:srgbClr val="577CCE"/>
              </a:solidFill>
              <a:latin typeface="+mj-ea"/>
              <a:ea typeface="+mj-ea"/>
            </a:endParaRPr>
          </a:p>
          <a:p>
            <a:pPr marL="457200" indent="-457200">
              <a:buFont typeface="Arial" panose="020B0604020202020204" pitchFamily="34" charset="0"/>
              <a:buChar char="•"/>
            </a:pPr>
            <a:endParaRPr lang="en-US" altLang="zh-CN" sz="2800" b="1" dirty="0">
              <a:solidFill>
                <a:srgbClr val="577CCE"/>
              </a:solidFill>
              <a:latin typeface="+mj-ea"/>
              <a:ea typeface="+mj-ea"/>
            </a:endParaRPr>
          </a:p>
          <a:p>
            <a:pPr marL="457200" indent="-457200">
              <a:buFont typeface="Arial" panose="020B0604020202020204" pitchFamily="34" charset="0"/>
              <a:buChar char="•"/>
            </a:pPr>
            <a:r>
              <a:rPr lang="en-US" altLang="zh-CN" sz="2800" b="1" dirty="0">
                <a:solidFill>
                  <a:srgbClr val="577CCE"/>
                </a:solidFill>
                <a:latin typeface="+mj-ea"/>
                <a:ea typeface="+mj-ea"/>
              </a:rPr>
              <a:t>1.3 </a:t>
            </a:r>
            <a:r>
              <a:rPr lang="zh-CN" altLang="en-US" sz="2800" b="1" dirty="0">
                <a:solidFill>
                  <a:srgbClr val="577CCE"/>
                </a:solidFill>
                <a:latin typeface="+mj-ea"/>
                <a:ea typeface="+mj-ea"/>
              </a:rPr>
              <a:t>机器学习工作包及深度学习框架</a:t>
            </a:r>
          </a:p>
        </p:txBody>
      </p:sp>
    </p:spTree>
    <p:custDataLst>
      <p:tags r:id="rId1"/>
    </p:custDataLst>
  </p:cSld>
  <p:clrMapOvr>
    <a:masterClrMapping/>
  </p:clrMapOvr>
  <p:transition spd="slow">
    <p:push dir="u"/>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46200" y="443230"/>
            <a:ext cx="10344785" cy="441960"/>
          </a:xfrm>
        </p:spPr>
        <p:txBody>
          <a:bodyPr/>
          <a:lstStyle/>
          <a:p>
            <a:r>
              <a:rPr lang="en-US" sz="3200" dirty="0">
                <a:sym typeface="+mn-ea"/>
              </a:rPr>
              <a:t>1.1 </a:t>
            </a:r>
            <a:r>
              <a:rPr lang="zh-CN" altLang="en-US" sz="3200" dirty="0"/>
              <a:t>人工智能概述</a:t>
            </a:r>
            <a:endParaRPr sz="3200" dirty="0">
              <a:solidFill>
                <a:srgbClr val="FF0000"/>
              </a:solidFill>
              <a:sym typeface="+mn-ea"/>
            </a:endParaRPr>
          </a:p>
        </p:txBody>
      </p:sp>
      <p:sp>
        <p:nvSpPr>
          <p:cNvPr id="6" name="内容占位符 2"/>
          <p:cNvSpPr>
            <a:spLocks noGrp="1"/>
          </p:cNvSpPr>
          <p:nvPr/>
        </p:nvSpPr>
        <p:spPr>
          <a:xfrm>
            <a:off x="1039495" y="1219200"/>
            <a:ext cx="10255885" cy="4733290"/>
          </a:xfrm>
          <a:prstGeom prst="rect">
            <a:avLst/>
          </a:prstGeo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2800" b="0" i="0" dirty="0">
                <a:solidFill>
                  <a:srgbClr val="111111"/>
                </a:solidFill>
                <a:effectLst/>
                <a:latin typeface="-apple-system"/>
              </a:rPr>
              <a:t>人工智能的起源</a:t>
            </a:r>
            <a:endParaRPr lang="en-US" altLang="zh-CN" sz="2800" b="0" i="0" dirty="0">
              <a:solidFill>
                <a:srgbClr val="111111"/>
              </a:solidFill>
              <a:effectLst/>
              <a:latin typeface="-apple-system"/>
            </a:endParaRPr>
          </a:p>
          <a:p>
            <a:pPr lvl="1"/>
            <a:r>
              <a:rPr lang="en-US" altLang="zh-CN" sz="2400" b="0" i="0" dirty="0">
                <a:solidFill>
                  <a:srgbClr val="111111"/>
                </a:solidFill>
                <a:effectLst/>
                <a:latin typeface="-apple-system"/>
              </a:rPr>
              <a:t>1956</a:t>
            </a:r>
            <a:r>
              <a:rPr lang="zh-CN" altLang="en-US" sz="2400" b="0" i="0" dirty="0">
                <a:solidFill>
                  <a:srgbClr val="111111"/>
                </a:solidFill>
                <a:effectLst/>
                <a:latin typeface="-apple-system"/>
              </a:rPr>
              <a:t>年夏天，达特茅斯学院举行了一次为期</a:t>
            </a:r>
            <a:r>
              <a:rPr lang="en-US" altLang="zh-CN" sz="2400" b="0" i="0" dirty="0">
                <a:solidFill>
                  <a:srgbClr val="111111"/>
                </a:solidFill>
                <a:effectLst/>
                <a:latin typeface="-apple-system"/>
              </a:rPr>
              <a:t>2</a:t>
            </a:r>
            <a:r>
              <a:rPr lang="zh-CN" altLang="en-US" sz="2400" b="0" i="0" dirty="0">
                <a:solidFill>
                  <a:srgbClr val="111111"/>
                </a:solidFill>
                <a:effectLst/>
                <a:latin typeface="-apple-system"/>
              </a:rPr>
              <a:t>个月的学术研讨会</a:t>
            </a:r>
          </a:p>
          <a:p>
            <a:pPr lvl="1"/>
            <a:r>
              <a:rPr lang="zh-CN" altLang="en-US" sz="2400" b="0" i="0" dirty="0">
                <a:solidFill>
                  <a:srgbClr val="111111"/>
                </a:solidFill>
                <a:effectLst/>
                <a:latin typeface="-apple-system"/>
              </a:rPr>
              <a:t>讨论的主题是如何用机器来模仿人类学习以及其他方面的智能</a:t>
            </a:r>
          </a:p>
          <a:p>
            <a:pPr lvl="1"/>
            <a:r>
              <a:rPr lang="zh-CN" altLang="en-US" sz="2400" b="0" i="0" dirty="0">
                <a:solidFill>
                  <a:srgbClr val="111111"/>
                </a:solidFill>
                <a:effectLst/>
                <a:latin typeface="-apple-system"/>
              </a:rPr>
              <a:t>会议讨论的内容被命名为人工智能</a:t>
            </a:r>
            <a:r>
              <a:rPr lang="en-US" altLang="zh-CN" sz="2400" b="0" i="0" dirty="0">
                <a:solidFill>
                  <a:srgbClr val="111111"/>
                </a:solidFill>
                <a:effectLst/>
                <a:latin typeface="-apple-system"/>
              </a:rPr>
              <a:t>(Artificial Intelligence)</a:t>
            </a:r>
          </a:p>
          <a:p>
            <a:pPr lvl="1"/>
            <a:r>
              <a:rPr lang="zh-CN" altLang="en-US" sz="2400" b="0" i="0" dirty="0">
                <a:solidFill>
                  <a:srgbClr val="111111"/>
                </a:solidFill>
                <a:effectLst/>
                <a:latin typeface="-apple-system"/>
              </a:rPr>
              <a:t>这次会议对于人工智能的发展产生了意义深远的影响</a:t>
            </a:r>
            <a:r>
              <a:rPr lang="zh-CN" altLang="en-US" sz="2400" dirty="0">
                <a:solidFill>
                  <a:srgbClr val="111111"/>
                </a:solidFill>
                <a:latin typeface="-apple-system"/>
              </a:rPr>
              <a:t>，</a:t>
            </a:r>
            <a:r>
              <a:rPr lang="zh-CN" altLang="en-US" sz="2400" b="0" i="0" dirty="0">
                <a:solidFill>
                  <a:srgbClr val="111111"/>
                </a:solidFill>
                <a:effectLst/>
                <a:latin typeface="-apple-system"/>
              </a:rPr>
              <a:t>被后人称为达特茅斯会议</a:t>
            </a:r>
            <a:r>
              <a:rPr lang="en-US" altLang="zh-CN" sz="2400" b="0" i="0" dirty="0">
                <a:solidFill>
                  <a:srgbClr val="111111"/>
                </a:solidFill>
                <a:effectLst/>
                <a:latin typeface="-apple-system"/>
              </a:rPr>
              <a:t>(Dartmouth Conference)</a:t>
            </a:r>
          </a:p>
          <a:p>
            <a:pPr lvl="1"/>
            <a:r>
              <a:rPr lang="zh-CN" altLang="en-US" sz="2400" b="0" i="0" dirty="0">
                <a:solidFill>
                  <a:srgbClr val="111111"/>
                </a:solidFill>
                <a:effectLst/>
                <a:latin typeface="-apple-system"/>
              </a:rPr>
              <a:t>这一年也被人们认为是</a:t>
            </a:r>
            <a:r>
              <a:rPr lang="zh-CN" altLang="en-US" sz="2400" b="0" i="0" dirty="0">
                <a:solidFill>
                  <a:srgbClr val="FF0000"/>
                </a:solidFill>
                <a:effectLst/>
                <a:latin typeface="-apple-system"/>
              </a:rPr>
              <a:t>人工智能元年</a:t>
            </a:r>
          </a:p>
          <a:p>
            <a:pPr lvl="1"/>
            <a:endParaRPr lang="zh-CN" altLang="en-US" sz="2400" dirty="0"/>
          </a:p>
        </p:txBody>
      </p:sp>
      <p:grpSp>
        <p:nvGrpSpPr>
          <p:cNvPr id="5" name="组合 4">
            <a:extLst>
              <a:ext uri="{FF2B5EF4-FFF2-40B4-BE49-F238E27FC236}">
                <a16:creationId xmlns:a16="http://schemas.microsoft.com/office/drawing/2014/main" id="{AA11CECB-666D-EEF5-94E2-178FF3C6DF7C}"/>
              </a:ext>
            </a:extLst>
          </p:cNvPr>
          <p:cNvGrpSpPr/>
          <p:nvPr/>
        </p:nvGrpSpPr>
        <p:grpSpPr>
          <a:xfrm>
            <a:off x="7899534" y="4268871"/>
            <a:ext cx="2810803" cy="2310536"/>
            <a:chOff x="555212" y="1688904"/>
            <a:chExt cx="5310971" cy="4375050"/>
          </a:xfrm>
        </p:grpSpPr>
        <p:pic>
          <p:nvPicPr>
            <p:cNvPr id="7" name="图片 6">
              <a:extLst>
                <a:ext uri="{FF2B5EF4-FFF2-40B4-BE49-F238E27FC236}">
                  <a16:creationId xmlns:a16="http://schemas.microsoft.com/office/drawing/2014/main" id="{48FCE6B7-2DAA-02FC-1043-C94B0BEDB177}"/>
                </a:ext>
              </a:extLst>
            </p:cNvPr>
            <p:cNvPicPr>
              <a:picLocks noChangeAspect="1"/>
            </p:cNvPicPr>
            <p:nvPr/>
          </p:nvPicPr>
          <p:blipFill>
            <a:blip r:embed="rId3"/>
            <a:stretch>
              <a:fillRect/>
            </a:stretch>
          </p:blipFill>
          <p:spPr>
            <a:xfrm>
              <a:off x="798444" y="1688904"/>
              <a:ext cx="5067739" cy="3947503"/>
            </a:xfrm>
            <a:prstGeom prst="rect">
              <a:avLst/>
            </a:prstGeom>
          </p:spPr>
        </p:pic>
        <p:sp>
          <p:nvSpPr>
            <p:cNvPr id="8" name="文本框 7">
              <a:extLst>
                <a:ext uri="{FF2B5EF4-FFF2-40B4-BE49-F238E27FC236}">
                  <a16:creationId xmlns:a16="http://schemas.microsoft.com/office/drawing/2014/main" id="{C0E7F4AF-E14A-23CA-4865-4598011C49F4}"/>
                </a:ext>
              </a:extLst>
            </p:cNvPr>
            <p:cNvSpPr txBox="1"/>
            <p:nvPr/>
          </p:nvSpPr>
          <p:spPr>
            <a:xfrm>
              <a:off x="555212" y="5694623"/>
              <a:ext cx="3185487" cy="369331"/>
            </a:xfrm>
            <a:prstGeom prst="rect">
              <a:avLst/>
            </a:prstGeom>
            <a:noFill/>
          </p:spPr>
          <p:txBody>
            <a:bodyPr wrap="none" rtlCol="0">
              <a:spAutoFit/>
            </a:bodyPr>
            <a:lstStyle/>
            <a:p>
              <a:r>
                <a:rPr lang="zh-CN" altLang="en-US" dirty="0"/>
                <a:t>达特茅斯会议部分科学家合影</a:t>
              </a:r>
            </a:p>
          </p:txBody>
        </p:sp>
      </p:grpSp>
    </p:spTree>
    <p:custDataLst>
      <p:tags r:id="rId1"/>
    </p:custDataLst>
    <p:extLst>
      <p:ext uri="{BB962C8B-B14F-4D97-AF65-F5344CB8AC3E}">
        <p14:creationId xmlns:p14="http://schemas.microsoft.com/office/powerpoint/2010/main" val="2825717952"/>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46200" y="443230"/>
            <a:ext cx="10344785" cy="441960"/>
          </a:xfrm>
        </p:spPr>
        <p:txBody>
          <a:bodyPr/>
          <a:lstStyle/>
          <a:p>
            <a:r>
              <a:rPr lang="en-US" sz="3200" dirty="0">
                <a:sym typeface="+mn-ea"/>
              </a:rPr>
              <a:t>1.1 </a:t>
            </a:r>
            <a:r>
              <a:rPr lang="zh-CN" altLang="en-US" sz="3200" dirty="0"/>
              <a:t>人工智能概述</a:t>
            </a:r>
            <a:endParaRPr sz="3200" dirty="0">
              <a:solidFill>
                <a:srgbClr val="FF0000"/>
              </a:solidFill>
              <a:sym typeface="+mn-ea"/>
            </a:endParaRPr>
          </a:p>
        </p:txBody>
      </p:sp>
      <p:sp>
        <p:nvSpPr>
          <p:cNvPr id="6" name="内容占位符 2"/>
          <p:cNvSpPr>
            <a:spLocks noGrp="1"/>
          </p:cNvSpPr>
          <p:nvPr/>
        </p:nvSpPr>
        <p:spPr>
          <a:xfrm>
            <a:off x="1039495" y="1219200"/>
            <a:ext cx="10255885" cy="4733290"/>
          </a:xfrm>
          <a:prstGeom prst="rect">
            <a:avLst/>
          </a:prstGeo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2800" b="0" i="0" dirty="0">
                <a:solidFill>
                  <a:srgbClr val="111111"/>
                </a:solidFill>
                <a:effectLst/>
                <a:latin typeface="-apple-system"/>
              </a:rPr>
              <a:t>人工智能的</a:t>
            </a:r>
            <a:r>
              <a:rPr lang="zh-CN" altLang="en-US" sz="2800" b="0" i="0" dirty="0">
                <a:solidFill>
                  <a:srgbClr val="FF0000"/>
                </a:solidFill>
                <a:effectLst/>
                <a:latin typeface="-apple-system"/>
              </a:rPr>
              <a:t>初步发展</a:t>
            </a:r>
            <a:endParaRPr lang="en-US" altLang="zh-CN" sz="2800" b="0" i="0" dirty="0">
              <a:solidFill>
                <a:srgbClr val="FF0000"/>
              </a:solidFill>
              <a:effectLst/>
              <a:latin typeface="-apple-system"/>
            </a:endParaRPr>
          </a:p>
          <a:p>
            <a:pPr lvl="1"/>
            <a:r>
              <a:rPr lang="zh-CN" altLang="en-US" sz="2000" b="0" i="0" dirty="0">
                <a:solidFill>
                  <a:srgbClr val="111111"/>
                </a:solidFill>
                <a:effectLst/>
                <a:latin typeface="-apple-system"/>
              </a:rPr>
              <a:t>达特茅斯会议之后，越来越多具有一定智能的计算机程序被开发出来</a:t>
            </a:r>
          </a:p>
          <a:p>
            <a:pPr lvl="1"/>
            <a:r>
              <a:rPr lang="zh-CN" altLang="en-US" sz="2000" b="0" i="0" dirty="0">
                <a:solidFill>
                  <a:srgbClr val="111111"/>
                </a:solidFill>
                <a:effectLst/>
                <a:latin typeface="-apple-system"/>
              </a:rPr>
              <a:t>例如，</a:t>
            </a:r>
            <a:r>
              <a:rPr lang="en-US" altLang="zh-CN" sz="2000" b="0" i="0" dirty="0">
                <a:solidFill>
                  <a:srgbClr val="111111"/>
                </a:solidFill>
                <a:effectLst/>
                <a:latin typeface="-apple-system"/>
              </a:rPr>
              <a:t>1961</a:t>
            </a:r>
            <a:r>
              <a:rPr lang="zh-CN" altLang="en-US" sz="2000" b="0" i="0" dirty="0">
                <a:solidFill>
                  <a:srgbClr val="111111"/>
                </a:solidFill>
                <a:effectLst/>
                <a:latin typeface="-apple-system"/>
              </a:rPr>
              <a:t>年世界第一款工业机器人</a:t>
            </a:r>
            <a:r>
              <a:rPr lang="en-US" altLang="zh-CN" sz="2000" b="0" i="0" dirty="0" err="1">
                <a:solidFill>
                  <a:srgbClr val="111111"/>
                </a:solidFill>
                <a:effectLst/>
                <a:latin typeface="-apple-system"/>
              </a:rPr>
              <a:t>Unimate</a:t>
            </a:r>
            <a:r>
              <a:rPr lang="zh-CN" altLang="en-US" sz="2000" b="0" i="0" dirty="0">
                <a:solidFill>
                  <a:srgbClr val="111111"/>
                </a:solidFill>
                <a:effectLst/>
                <a:latin typeface="-apple-system"/>
              </a:rPr>
              <a:t>在美国新泽西的通用电气厂上岗试用</a:t>
            </a:r>
          </a:p>
          <a:p>
            <a:pPr lvl="1"/>
            <a:r>
              <a:rPr lang="en-US" altLang="zh-CN" sz="2000" b="0" i="0" dirty="0">
                <a:solidFill>
                  <a:srgbClr val="111111"/>
                </a:solidFill>
                <a:effectLst/>
                <a:latin typeface="-apple-system"/>
              </a:rPr>
              <a:t>1966</a:t>
            </a:r>
            <a:r>
              <a:rPr lang="zh-CN" altLang="en-US" sz="2000" b="0" i="0" dirty="0">
                <a:solidFill>
                  <a:srgbClr val="111111"/>
                </a:solidFill>
                <a:effectLst/>
                <a:latin typeface="-apple-system"/>
              </a:rPr>
              <a:t>年第一台能动的机器人</a:t>
            </a:r>
            <a:r>
              <a:rPr lang="en-US" altLang="zh-CN" sz="2000" b="0" i="0" dirty="0">
                <a:solidFill>
                  <a:srgbClr val="111111"/>
                </a:solidFill>
                <a:effectLst/>
                <a:latin typeface="-apple-system"/>
              </a:rPr>
              <a:t>Shakey</a:t>
            </a:r>
            <a:r>
              <a:rPr lang="zh-CN" altLang="en-US" sz="2000" b="0" i="0" dirty="0">
                <a:solidFill>
                  <a:srgbClr val="111111"/>
                </a:solidFill>
                <a:effectLst/>
                <a:latin typeface="-apple-system"/>
              </a:rPr>
              <a:t>通过人工编写的脚本与人类进行类似心理咨询的交谈</a:t>
            </a:r>
            <a:endParaRPr lang="zh-CN" altLang="en-US" sz="2000" dirty="0"/>
          </a:p>
        </p:txBody>
      </p:sp>
      <p:grpSp>
        <p:nvGrpSpPr>
          <p:cNvPr id="11" name="组合 10">
            <a:extLst>
              <a:ext uri="{FF2B5EF4-FFF2-40B4-BE49-F238E27FC236}">
                <a16:creationId xmlns:a16="http://schemas.microsoft.com/office/drawing/2014/main" id="{6300456E-5D66-A1AB-98D6-DD8970037A37}"/>
              </a:ext>
            </a:extLst>
          </p:cNvPr>
          <p:cNvGrpSpPr/>
          <p:nvPr/>
        </p:nvGrpSpPr>
        <p:grpSpPr>
          <a:xfrm>
            <a:off x="3544876" y="3842075"/>
            <a:ext cx="3278446" cy="3015925"/>
            <a:chOff x="5365287" y="3737398"/>
            <a:chExt cx="3278446" cy="3015925"/>
          </a:xfrm>
        </p:grpSpPr>
        <p:pic>
          <p:nvPicPr>
            <p:cNvPr id="7" name="图片 6">
              <a:extLst>
                <a:ext uri="{FF2B5EF4-FFF2-40B4-BE49-F238E27FC236}">
                  <a16:creationId xmlns:a16="http://schemas.microsoft.com/office/drawing/2014/main" id="{ED9F04F3-29CF-5A70-A7F4-DFC44B8C1E44}"/>
                </a:ext>
              </a:extLst>
            </p:cNvPr>
            <p:cNvPicPr>
              <a:picLocks noChangeAspect="1"/>
            </p:cNvPicPr>
            <p:nvPr/>
          </p:nvPicPr>
          <p:blipFill>
            <a:blip r:embed="rId3"/>
            <a:stretch>
              <a:fillRect/>
            </a:stretch>
          </p:blipFill>
          <p:spPr>
            <a:xfrm>
              <a:off x="5365287" y="3737398"/>
              <a:ext cx="2845290" cy="2677371"/>
            </a:xfrm>
            <a:prstGeom prst="rect">
              <a:avLst/>
            </a:prstGeom>
          </p:spPr>
        </p:pic>
        <p:sp>
          <p:nvSpPr>
            <p:cNvPr id="10" name="文本框 9">
              <a:extLst>
                <a:ext uri="{FF2B5EF4-FFF2-40B4-BE49-F238E27FC236}">
                  <a16:creationId xmlns:a16="http://schemas.microsoft.com/office/drawing/2014/main" id="{7AC556B5-B86D-1B5B-7C57-B99C8CE74FAB}"/>
                </a:ext>
              </a:extLst>
            </p:cNvPr>
            <p:cNvSpPr txBox="1"/>
            <p:nvPr/>
          </p:nvSpPr>
          <p:spPr>
            <a:xfrm>
              <a:off x="5798443" y="6414769"/>
              <a:ext cx="2845290" cy="338554"/>
            </a:xfrm>
            <a:prstGeom prst="rect">
              <a:avLst/>
            </a:prstGeom>
            <a:noFill/>
          </p:spPr>
          <p:txBody>
            <a:bodyPr wrap="square">
              <a:spAutoFit/>
            </a:bodyPr>
            <a:lstStyle/>
            <a:p>
              <a:r>
                <a:rPr lang="en-US" altLang="zh-CN" sz="1600" b="0" i="0" dirty="0" err="1">
                  <a:solidFill>
                    <a:srgbClr val="111111"/>
                  </a:solidFill>
                  <a:effectLst/>
                  <a:latin typeface="-apple-system"/>
                </a:rPr>
                <a:t>Unimate</a:t>
              </a:r>
              <a:r>
                <a:rPr lang="zh-CN" altLang="en-US" sz="1600" b="0" i="0" dirty="0">
                  <a:solidFill>
                    <a:srgbClr val="111111"/>
                  </a:solidFill>
                  <a:effectLst/>
                  <a:latin typeface="-apple-system"/>
                </a:rPr>
                <a:t>工业机器人</a:t>
              </a:r>
              <a:endParaRPr lang="zh-CN" altLang="en-US" sz="1600" dirty="0"/>
            </a:p>
          </p:txBody>
        </p:sp>
      </p:grpSp>
      <p:grpSp>
        <p:nvGrpSpPr>
          <p:cNvPr id="14" name="组合 13">
            <a:extLst>
              <a:ext uri="{FF2B5EF4-FFF2-40B4-BE49-F238E27FC236}">
                <a16:creationId xmlns:a16="http://schemas.microsoft.com/office/drawing/2014/main" id="{7FDADC2C-23B8-35CD-8B9F-6C4585D40F41}"/>
              </a:ext>
            </a:extLst>
          </p:cNvPr>
          <p:cNvGrpSpPr/>
          <p:nvPr/>
        </p:nvGrpSpPr>
        <p:grpSpPr>
          <a:xfrm>
            <a:off x="7852095" y="3842076"/>
            <a:ext cx="2490805" cy="3015924"/>
            <a:chOff x="9076888" y="3737399"/>
            <a:chExt cx="2490805" cy="3015924"/>
          </a:xfrm>
        </p:grpSpPr>
        <p:pic>
          <p:nvPicPr>
            <p:cNvPr id="4" name="图片 3">
              <a:extLst>
                <a:ext uri="{FF2B5EF4-FFF2-40B4-BE49-F238E27FC236}">
                  <a16:creationId xmlns:a16="http://schemas.microsoft.com/office/drawing/2014/main" id="{D9625C5A-56F5-810B-9FDE-79629C81440F}"/>
                </a:ext>
              </a:extLst>
            </p:cNvPr>
            <p:cNvPicPr>
              <a:picLocks noChangeAspect="1"/>
            </p:cNvPicPr>
            <p:nvPr/>
          </p:nvPicPr>
          <p:blipFill>
            <a:blip r:embed="rId4"/>
            <a:stretch>
              <a:fillRect/>
            </a:stretch>
          </p:blipFill>
          <p:spPr>
            <a:xfrm>
              <a:off x="9076888" y="3737399"/>
              <a:ext cx="2490805" cy="2679063"/>
            </a:xfrm>
            <a:prstGeom prst="rect">
              <a:avLst/>
            </a:prstGeom>
          </p:spPr>
        </p:pic>
        <p:sp>
          <p:nvSpPr>
            <p:cNvPr id="13" name="文本框 12">
              <a:extLst>
                <a:ext uri="{FF2B5EF4-FFF2-40B4-BE49-F238E27FC236}">
                  <a16:creationId xmlns:a16="http://schemas.microsoft.com/office/drawing/2014/main" id="{A944665A-AAD8-C4E2-5913-62EFAF870073}"/>
                </a:ext>
              </a:extLst>
            </p:cNvPr>
            <p:cNvSpPr txBox="1"/>
            <p:nvPr/>
          </p:nvSpPr>
          <p:spPr>
            <a:xfrm>
              <a:off x="9691382" y="6414769"/>
              <a:ext cx="1717645" cy="338554"/>
            </a:xfrm>
            <a:prstGeom prst="rect">
              <a:avLst/>
            </a:prstGeom>
            <a:noFill/>
          </p:spPr>
          <p:txBody>
            <a:bodyPr wrap="square">
              <a:spAutoFit/>
            </a:bodyPr>
            <a:lstStyle/>
            <a:p>
              <a:r>
                <a:rPr lang="en-US" altLang="zh-CN" sz="1600" b="0" i="0" dirty="0">
                  <a:solidFill>
                    <a:srgbClr val="333333"/>
                  </a:solidFill>
                  <a:effectLst/>
                  <a:latin typeface="Source Han Sans CN"/>
                </a:rPr>
                <a:t>Shakey</a:t>
              </a:r>
              <a:r>
                <a:rPr lang="zh-CN" altLang="en-US" sz="1600" b="0" i="0" dirty="0">
                  <a:solidFill>
                    <a:srgbClr val="333333"/>
                  </a:solidFill>
                  <a:effectLst/>
                  <a:latin typeface="Source Han Sans CN"/>
                </a:rPr>
                <a:t>机器人</a:t>
              </a:r>
              <a:endParaRPr lang="en-US" altLang="zh-CN" sz="1600" b="0" i="0" dirty="0">
                <a:solidFill>
                  <a:srgbClr val="333333"/>
                </a:solidFill>
                <a:effectLst/>
                <a:latin typeface="Source Han Sans CN"/>
              </a:endParaRPr>
            </a:p>
          </p:txBody>
        </p:sp>
      </p:grpSp>
    </p:spTree>
    <p:custDataLst>
      <p:tags r:id="rId1"/>
    </p:custDataLst>
    <p:extLst>
      <p:ext uri="{BB962C8B-B14F-4D97-AF65-F5344CB8AC3E}">
        <p14:creationId xmlns:p14="http://schemas.microsoft.com/office/powerpoint/2010/main" val="301016831"/>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par>
                                <p:cTn id="8" presetID="10" presetClass="entr" presetSubtype="0" fill="hold"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46200" y="443230"/>
            <a:ext cx="10344785" cy="441960"/>
          </a:xfrm>
        </p:spPr>
        <p:txBody>
          <a:bodyPr/>
          <a:lstStyle/>
          <a:p>
            <a:r>
              <a:rPr lang="en-US" sz="3200" dirty="0">
                <a:sym typeface="+mn-ea"/>
              </a:rPr>
              <a:t>1.1 </a:t>
            </a:r>
            <a:r>
              <a:rPr lang="zh-CN" altLang="en-US" sz="3200" dirty="0"/>
              <a:t>人工智能概述</a:t>
            </a:r>
            <a:endParaRPr sz="3200" dirty="0">
              <a:solidFill>
                <a:srgbClr val="FF0000"/>
              </a:solidFill>
              <a:sym typeface="+mn-ea"/>
            </a:endParaRPr>
          </a:p>
        </p:txBody>
      </p:sp>
      <p:sp>
        <p:nvSpPr>
          <p:cNvPr id="6" name="内容占位符 2"/>
          <p:cNvSpPr>
            <a:spLocks noGrp="1"/>
          </p:cNvSpPr>
          <p:nvPr/>
        </p:nvSpPr>
        <p:spPr>
          <a:xfrm>
            <a:off x="1039495" y="1219200"/>
            <a:ext cx="10255885" cy="4733290"/>
          </a:xfrm>
          <a:prstGeom prst="rect">
            <a:avLst/>
          </a:prstGeo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1800" b="0" i="0" dirty="0">
                <a:solidFill>
                  <a:srgbClr val="111111"/>
                </a:solidFill>
                <a:effectLst/>
                <a:latin typeface="-apple-system"/>
              </a:rPr>
              <a:t>人工智能的</a:t>
            </a:r>
            <a:r>
              <a:rPr lang="zh-CN" altLang="en-US" sz="1800" b="0" i="0" dirty="0">
                <a:solidFill>
                  <a:srgbClr val="FF0000"/>
                </a:solidFill>
                <a:effectLst/>
                <a:latin typeface="-apple-system"/>
              </a:rPr>
              <a:t>第一次寒冬</a:t>
            </a:r>
          </a:p>
          <a:p>
            <a:pPr marL="457200" lvl="1" indent="0">
              <a:buNone/>
            </a:pPr>
            <a:r>
              <a:rPr lang="en-US" altLang="zh-CN" sz="1800" dirty="0"/>
              <a:t>20</a:t>
            </a:r>
            <a:r>
              <a:rPr lang="zh-CN" altLang="en-US" sz="1800" dirty="0"/>
              <a:t>世纪</a:t>
            </a:r>
            <a:r>
              <a:rPr lang="en-US" altLang="zh-CN" sz="1800" dirty="0"/>
              <a:t>70</a:t>
            </a:r>
            <a:r>
              <a:rPr lang="zh-CN" altLang="en-US" sz="1800" dirty="0"/>
              <a:t>年代初，人工智能开始受到批评。人们发现，即使是最杰出的人工智能也只能解决非常简单的问题，离人们期望的真正智能相去甚远。研究者们对其承担的很多人工智能目标过于乐观和自信，最终无法兑现承诺。因此，众多投资机构缩减或取消了对人工智能项目的资助。人工智能的第一个寒冬到来。</a:t>
            </a:r>
            <a:endParaRPr lang="en-US" altLang="zh-CN" sz="1800" dirty="0"/>
          </a:p>
          <a:p>
            <a:r>
              <a:rPr lang="zh-CN" altLang="en-US" sz="1800" b="0" i="0" dirty="0">
                <a:solidFill>
                  <a:srgbClr val="111111"/>
                </a:solidFill>
                <a:effectLst/>
                <a:latin typeface="-apple-system"/>
              </a:rPr>
              <a:t>专家系统与</a:t>
            </a:r>
            <a:r>
              <a:rPr lang="zh-CN" altLang="en-US" sz="1800" b="0" i="0" dirty="0">
                <a:solidFill>
                  <a:srgbClr val="FF0000"/>
                </a:solidFill>
                <a:effectLst/>
                <a:latin typeface="-apple-system"/>
              </a:rPr>
              <a:t>第二次热潮</a:t>
            </a:r>
          </a:p>
          <a:p>
            <a:pPr marL="457200" lvl="1" indent="0">
              <a:buNone/>
            </a:pPr>
            <a:r>
              <a:rPr lang="en-US" altLang="zh-CN" sz="1800" dirty="0"/>
              <a:t>20</a:t>
            </a:r>
            <a:r>
              <a:rPr lang="zh-CN" altLang="en-US" sz="1800" dirty="0"/>
              <a:t>世纪</a:t>
            </a:r>
            <a:r>
              <a:rPr lang="en-US" altLang="zh-CN" sz="1800" dirty="0"/>
              <a:t>80</a:t>
            </a:r>
            <a:r>
              <a:rPr lang="zh-CN" altLang="en-US" sz="1800" dirty="0"/>
              <a:t>年代，一类名为“专家系统”的人工智能程序开始被众多商业公司所采纳。专家系统能够依据一组从专门知识中推演出的逻辑规则在某一特定领域回答或解决问题。同时，面向对象、神经网络和模糊技术等新技术成功地运用到了专家系统之中，使得专家系统得到更广泛的运用，这催生了人工智能发展的第二次热潮。</a:t>
            </a:r>
            <a:endParaRPr lang="en-US" altLang="zh-CN" sz="1800" dirty="0"/>
          </a:p>
        </p:txBody>
      </p:sp>
    </p:spTree>
    <p:custDataLst>
      <p:tags r:id="rId1"/>
    </p:custDataLst>
    <p:extLst>
      <p:ext uri="{BB962C8B-B14F-4D97-AF65-F5344CB8AC3E}">
        <p14:creationId xmlns:p14="http://schemas.microsoft.com/office/powerpoint/2010/main" val="511852433"/>
      </p:ext>
    </p:extLst>
  </p:cSld>
  <p:clrMapOvr>
    <a:masterClrMapping/>
  </p:clrMapOvr>
  <p:transition spd="slow">
    <p:push dir="u"/>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46200" y="443230"/>
            <a:ext cx="10344785" cy="441960"/>
          </a:xfrm>
        </p:spPr>
        <p:txBody>
          <a:bodyPr/>
          <a:lstStyle/>
          <a:p>
            <a:r>
              <a:rPr lang="en-US" sz="3200" dirty="0">
                <a:sym typeface="+mn-ea"/>
              </a:rPr>
              <a:t>1.1 </a:t>
            </a:r>
            <a:r>
              <a:rPr lang="zh-CN" altLang="en-US" sz="3200" dirty="0"/>
              <a:t>人工智能概述</a:t>
            </a:r>
            <a:endParaRPr sz="3200" dirty="0">
              <a:solidFill>
                <a:srgbClr val="FF0000"/>
              </a:solidFill>
              <a:sym typeface="+mn-ea"/>
            </a:endParaRPr>
          </a:p>
        </p:txBody>
      </p:sp>
      <p:sp>
        <p:nvSpPr>
          <p:cNvPr id="6" name="内容占位符 2"/>
          <p:cNvSpPr>
            <a:spLocks noGrp="1"/>
          </p:cNvSpPr>
          <p:nvPr/>
        </p:nvSpPr>
        <p:spPr>
          <a:xfrm>
            <a:off x="1039495" y="1219200"/>
            <a:ext cx="10255885" cy="4733290"/>
          </a:xfrm>
          <a:prstGeom prst="rect">
            <a:avLst/>
          </a:prstGeo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1800" b="0" i="0" dirty="0">
                <a:solidFill>
                  <a:srgbClr val="111111"/>
                </a:solidFill>
                <a:effectLst/>
                <a:latin typeface="-apple-system"/>
              </a:rPr>
              <a:t>人工智能的</a:t>
            </a:r>
            <a:r>
              <a:rPr lang="zh-CN" altLang="en-US" sz="1800" b="0" i="0" dirty="0">
                <a:solidFill>
                  <a:srgbClr val="FF0000"/>
                </a:solidFill>
                <a:effectLst/>
                <a:latin typeface="-apple-system"/>
              </a:rPr>
              <a:t>第二次寒冬</a:t>
            </a:r>
          </a:p>
          <a:p>
            <a:pPr marL="457200" lvl="1" indent="0">
              <a:buNone/>
            </a:pPr>
            <a:r>
              <a:rPr lang="en-US" altLang="zh-CN" sz="1800" dirty="0"/>
              <a:t>1981</a:t>
            </a:r>
            <a:r>
              <a:rPr lang="zh-CN" altLang="en-US" sz="1800" dirty="0"/>
              <a:t>年，日本拨款</a:t>
            </a:r>
            <a:r>
              <a:rPr lang="en-US" altLang="zh-CN" sz="1800" dirty="0"/>
              <a:t>8.5</a:t>
            </a:r>
            <a:r>
              <a:rPr lang="zh-CN" altLang="en-US" sz="1800" dirty="0"/>
              <a:t>亿美元支持第五代计算机项目，目标是造出能够与人对话、翻译语言、解释图像，并像人一样推理的机器。然而好景不长，</a:t>
            </a:r>
            <a:r>
              <a:rPr lang="en-US" altLang="zh-CN" sz="1800" dirty="0"/>
              <a:t>20</a:t>
            </a:r>
            <a:r>
              <a:rPr lang="zh-CN" altLang="en-US" sz="1800" dirty="0"/>
              <a:t>世纪</a:t>
            </a:r>
            <a:r>
              <a:rPr lang="en-US" altLang="zh-CN" sz="1800" dirty="0"/>
              <a:t>80</a:t>
            </a:r>
            <a:r>
              <a:rPr lang="zh-CN" altLang="en-US" sz="1800" dirty="0"/>
              <a:t>年代末到</a:t>
            </a:r>
            <a:r>
              <a:rPr lang="en-US" altLang="zh-CN" sz="1800" dirty="0"/>
              <a:t>90</a:t>
            </a:r>
            <a:r>
              <a:rPr lang="zh-CN" altLang="en-US" sz="1800" dirty="0"/>
              <a:t>年代初，人工智能再次遭遇寒冬。在这段时间内，人工智能领域的研究经费大幅减少，人们对专家系统感到失望，投资者撤出投资。人工智能进入低谷时期。</a:t>
            </a:r>
            <a:endParaRPr lang="en-US" altLang="zh-CN" sz="1800" dirty="0"/>
          </a:p>
          <a:p>
            <a:r>
              <a:rPr lang="zh-CN" altLang="en-US" sz="1800" dirty="0">
                <a:solidFill>
                  <a:srgbClr val="111111"/>
                </a:solidFill>
                <a:latin typeface="-apple-system"/>
              </a:rPr>
              <a:t>人工智能的</a:t>
            </a:r>
            <a:r>
              <a:rPr lang="zh-CN" altLang="en-US" sz="1800" dirty="0">
                <a:solidFill>
                  <a:srgbClr val="FF0000"/>
                </a:solidFill>
                <a:latin typeface="-apple-system"/>
              </a:rPr>
              <a:t>第三次热潮</a:t>
            </a:r>
            <a:endParaRPr lang="zh-CN" altLang="en-US" sz="1800" b="0" i="0" dirty="0">
              <a:solidFill>
                <a:srgbClr val="FF0000"/>
              </a:solidFill>
              <a:effectLst/>
              <a:latin typeface="-apple-system"/>
            </a:endParaRPr>
          </a:p>
          <a:p>
            <a:pPr marL="457200" lvl="1" indent="0">
              <a:buNone/>
            </a:pPr>
            <a:r>
              <a:rPr lang="zh-CN" altLang="en-US" sz="1800" dirty="0"/>
              <a:t>在</a:t>
            </a:r>
            <a:r>
              <a:rPr lang="en-US" altLang="zh-CN" sz="1800" dirty="0"/>
              <a:t>21</a:t>
            </a:r>
            <a:r>
              <a:rPr lang="zh-CN" altLang="en-US" sz="1800" dirty="0"/>
              <a:t>世纪初，随着计算设备性能的不断提升，大规模数据的不断产生，以及深度神经网络等新型技术的不断涌现，人工智能技术得到了蓬勃发展。人们开发出了基于深度学习等新技术，在众多特定应用场景中新提出的模型得到了接近人类甚至超过人类的性能。人工智能进入了第三次热潮，许多标志性事件引起了大众对人工智能的关注和追捧。</a:t>
            </a:r>
            <a:endParaRPr lang="en-US" altLang="zh-CN" sz="1800" dirty="0"/>
          </a:p>
          <a:p>
            <a:pPr marL="457200" lvl="1" indent="0">
              <a:buNone/>
            </a:pPr>
            <a:endParaRPr lang="en-US" altLang="zh-CN" sz="1800" dirty="0"/>
          </a:p>
        </p:txBody>
      </p:sp>
    </p:spTree>
    <p:custDataLst>
      <p:tags r:id="rId1"/>
    </p:custDataLst>
    <p:extLst>
      <p:ext uri="{BB962C8B-B14F-4D97-AF65-F5344CB8AC3E}">
        <p14:creationId xmlns:p14="http://schemas.microsoft.com/office/powerpoint/2010/main" val="3216188518"/>
      </p:ext>
    </p:extLst>
  </p:cSld>
  <p:clrMapOvr>
    <a:masterClrMapping/>
  </p:clrMapOvr>
  <p:transition spd="slow">
    <p:push dir="u"/>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E18F43F7-6C50-8EE6-1857-FD2EFD4AE567}"/>
              </a:ext>
            </a:extLst>
          </p:cNvPr>
          <p:cNvSpPr>
            <a:spLocks noGrp="1"/>
          </p:cNvSpPr>
          <p:nvPr>
            <p:ph idx="1"/>
          </p:nvPr>
        </p:nvSpPr>
        <p:spPr>
          <a:xfrm>
            <a:off x="393045" y="247833"/>
            <a:ext cx="10852237" cy="5388907"/>
          </a:xfrm>
        </p:spPr>
        <p:txBody>
          <a:bodyPr/>
          <a:lstStyle/>
          <a:p>
            <a:r>
              <a:rPr lang="en-US" altLang="zh-CN" sz="2000" dirty="0"/>
              <a:t>2012</a:t>
            </a:r>
            <a:r>
              <a:rPr lang="zh-CN" altLang="en-US" sz="2000" dirty="0"/>
              <a:t>年，基于深度学习技术，计算机学会了识别猫。</a:t>
            </a:r>
          </a:p>
          <a:p>
            <a:r>
              <a:rPr lang="en-US" altLang="zh-CN" sz="2000" dirty="0"/>
              <a:t>2015</a:t>
            </a:r>
            <a:r>
              <a:rPr lang="zh-CN" altLang="en-US" sz="2000" dirty="0"/>
              <a:t>年，微软亚洲研究院的何恺明提出了深度残差网络（</a:t>
            </a:r>
            <a:r>
              <a:rPr lang="en-US" altLang="zh-CN" sz="2000" dirty="0"/>
              <a:t>Deep Residual Networks</a:t>
            </a:r>
            <a:r>
              <a:rPr lang="zh-CN" altLang="en-US" sz="2000" dirty="0"/>
              <a:t>），在</a:t>
            </a:r>
            <a:r>
              <a:rPr lang="en-US" altLang="zh-CN" sz="2000" dirty="0"/>
              <a:t>ImageNet</a:t>
            </a:r>
            <a:r>
              <a:rPr lang="zh-CN" altLang="en-US" sz="2000" dirty="0"/>
              <a:t>的分类比赛中，深度残差网络的图片分类错误率为</a:t>
            </a:r>
            <a:r>
              <a:rPr lang="en-US" altLang="zh-CN" sz="2000" dirty="0"/>
              <a:t>3.57%</a:t>
            </a:r>
            <a:r>
              <a:rPr lang="zh-CN" altLang="en-US" sz="2000" dirty="0"/>
              <a:t>，首次超过了接受过训练的人员的图片分类错误率（</a:t>
            </a:r>
            <a:r>
              <a:rPr lang="en-US" altLang="zh-CN" sz="2000" dirty="0"/>
              <a:t>5.1%</a:t>
            </a:r>
            <a:r>
              <a:rPr lang="zh-CN" altLang="en-US" sz="2000" dirty="0"/>
              <a:t>）。</a:t>
            </a:r>
          </a:p>
          <a:p>
            <a:r>
              <a:rPr lang="en-US" altLang="zh-CN" sz="2000" dirty="0"/>
              <a:t>2015</a:t>
            </a:r>
            <a:r>
              <a:rPr lang="zh-CN" altLang="en-US" sz="2000" dirty="0"/>
              <a:t>年，在</a:t>
            </a:r>
            <a:r>
              <a:rPr lang="en-US" altLang="zh-CN" sz="2000" dirty="0"/>
              <a:t>CeBIT 2015</a:t>
            </a:r>
            <a:r>
              <a:rPr lang="zh-CN" altLang="en-US" sz="2000" dirty="0"/>
              <a:t>德国汉诺威计算机展上，阿里巴巴发布了支付宝的人脸识别技术“</a:t>
            </a:r>
            <a:r>
              <a:rPr lang="en-US" altLang="zh-CN" sz="2000" dirty="0"/>
              <a:t>Smile to Pay</a:t>
            </a:r>
            <a:r>
              <a:rPr lang="zh-CN" altLang="en-US" sz="2000" dirty="0"/>
              <a:t>”。</a:t>
            </a:r>
          </a:p>
          <a:p>
            <a:r>
              <a:rPr lang="en-US" altLang="zh-CN" sz="2000" dirty="0"/>
              <a:t>2016</a:t>
            </a:r>
            <a:r>
              <a:rPr lang="zh-CN" altLang="en-US" sz="2000" dirty="0"/>
              <a:t>年年初，</a:t>
            </a:r>
            <a:r>
              <a:rPr lang="en-US" altLang="zh-CN" sz="2000" dirty="0"/>
              <a:t>AlphaGo</a:t>
            </a:r>
            <a:r>
              <a:rPr lang="zh-CN" altLang="en-US" sz="2000" dirty="0"/>
              <a:t>在围棋比赛中战胜李世石，超越了人类认知的极限。</a:t>
            </a:r>
          </a:p>
          <a:p>
            <a:r>
              <a:rPr lang="en-US" altLang="zh-CN" sz="2000" dirty="0"/>
              <a:t>2018</a:t>
            </a:r>
            <a:r>
              <a:rPr lang="zh-CN" altLang="en-US" sz="2000" dirty="0"/>
              <a:t>年，谷歌自动驾驶汽车上路行驶。</a:t>
            </a:r>
          </a:p>
        </p:txBody>
      </p:sp>
      <p:grpSp>
        <p:nvGrpSpPr>
          <p:cNvPr id="10" name="组合 9">
            <a:extLst>
              <a:ext uri="{FF2B5EF4-FFF2-40B4-BE49-F238E27FC236}">
                <a16:creationId xmlns:a16="http://schemas.microsoft.com/office/drawing/2014/main" id="{DF7B44C3-292B-CBC9-2C99-E74CC7289A7C}"/>
              </a:ext>
            </a:extLst>
          </p:cNvPr>
          <p:cNvGrpSpPr/>
          <p:nvPr/>
        </p:nvGrpSpPr>
        <p:grpSpPr>
          <a:xfrm>
            <a:off x="1283514" y="4037366"/>
            <a:ext cx="3674379" cy="2757467"/>
            <a:chOff x="1283514" y="4037366"/>
            <a:chExt cx="3674379" cy="2757467"/>
          </a:xfrm>
        </p:grpSpPr>
        <p:pic>
          <p:nvPicPr>
            <p:cNvPr id="5" name="图片 4">
              <a:extLst>
                <a:ext uri="{FF2B5EF4-FFF2-40B4-BE49-F238E27FC236}">
                  <a16:creationId xmlns:a16="http://schemas.microsoft.com/office/drawing/2014/main" id="{EDDCBDA4-D154-77EC-1D4D-CB6FC9771996}"/>
                </a:ext>
              </a:extLst>
            </p:cNvPr>
            <p:cNvPicPr>
              <a:picLocks noChangeAspect="1"/>
            </p:cNvPicPr>
            <p:nvPr/>
          </p:nvPicPr>
          <p:blipFill>
            <a:blip r:embed="rId2"/>
            <a:stretch>
              <a:fillRect/>
            </a:stretch>
          </p:blipFill>
          <p:spPr>
            <a:xfrm>
              <a:off x="1283514" y="4037366"/>
              <a:ext cx="3674379" cy="2280036"/>
            </a:xfrm>
            <a:prstGeom prst="rect">
              <a:avLst/>
            </a:prstGeom>
          </p:spPr>
        </p:pic>
        <p:sp>
          <p:nvSpPr>
            <p:cNvPr id="9" name="文本框 8">
              <a:extLst>
                <a:ext uri="{FF2B5EF4-FFF2-40B4-BE49-F238E27FC236}">
                  <a16:creationId xmlns:a16="http://schemas.microsoft.com/office/drawing/2014/main" id="{3AFA6B82-DE66-4500-DF27-269D4B39E2E0}"/>
                </a:ext>
              </a:extLst>
            </p:cNvPr>
            <p:cNvSpPr txBox="1"/>
            <p:nvPr/>
          </p:nvSpPr>
          <p:spPr>
            <a:xfrm>
              <a:off x="2526133" y="6425501"/>
              <a:ext cx="1189139" cy="369332"/>
            </a:xfrm>
            <a:prstGeom prst="rect">
              <a:avLst/>
            </a:prstGeom>
            <a:noFill/>
          </p:spPr>
          <p:txBody>
            <a:bodyPr wrap="square">
              <a:spAutoFit/>
            </a:bodyPr>
            <a:lstStyle/>
            <a:p>
              <a:r>
                <a:rPr lang="en-US" altLang="zh-CN" sz="1800" dirty="0"/>
                <a:t>AlphaGo</a:t>
              </a:r>
              <a:endParaRPr lang="zh-CN" altLang="en-US" dirty="0"/>
            </a:p>
          </p:txBody>
        </p:sp>
      </p:grpSp>
      <p:grpSp>
        <p:nvGrpSpPr>
          <p:cNvPr id="13" name="组合 12">
            <a:extLst>
              <a:ext uri="{FF2B5EF4-FFF2-40B4-BE49-F238E27FC236}">
                <a16:creationId xmlns:a16="http://schemas.microsoft.com/office/drawing/2014/main" id="{9150199D-5907-F56E-1650-756F2F00CE71}"/>
              </a:ext>
            </a:extLst>
          </p:cNvPr>
          <p:cNvGrpSpPr/>
          <p:nvPr/>
        </p:nvGrpSpPr>
        <p:grpSpPr>
          <a:xfrm>
            <a:off x="6740754" y="3917659"/>
            <a:ext cx="3820986" cy="2769075"/>
            <a:chOff x="6740754" y="3917659"/>
            <a:chExt cx="3820986" cy="2769075"/>
          </a:xfrm>
        </p:grpSpPr>
        <p:pic>
          <p:nvPicPr>
            <p:cNvPr id="7" name="图片 6">
              <a:extLst>
                <a:ext uri="{FF2B5EF4-FFF2-40B4-BE49-F238E27FC236}">
                  <a16:creationId xmlns:a16="http://schemas.microsoft.com/office/drawing/2014/main" id="{9386A998-6827-6A7E-9FD1-E21B5F4EFB41}"/>
                </a:ext>
              </a:extLst>
            </p:cNvPr>
            <p:cNvPicPr>
              <a:picLocks noChangeAspect="1"/>
            </p:cNvPicPr>
            <p:nvPr/>
          </p:nvPicPr>
          <p:blipFill>
            <a:blip r:embed="rId3"/>
            <a:stretch>
              <a:fillRect/>
            </a:stretch>
          </p:blipFill>
          <p:spPr>
            <a:xfrm>
              <a:off x="6740754" y="3917659"/>
              <a:ext cx="3820986" cy="2399743"/>
            </a:xfrm>
            <a:prstGeom prst="rect">
              <a:avLst/>
            </a:prstGeom>
          </p:spPr>
        </p:pic>
        <p:sp>
          <p:nvSpPr>
            <p:cNvPr id="12" name="文本框 11">
              <a:extLst>
                <a:ext uri="{FF2B5EF4-FFF2-40B4-BE49-F238E27FC236}">
                  <a16:creationId xmlns:a16="http://schemas.microsoft.com/office/drawing/2014/main" id="{56C98308-4816-E6FE-4F54-F06F94C1AC6A}"/>
                </a:ext>
              </a:extLst>
            </p:cNvPr>
            <p:cNvSpPr txBox="1"/>
            <p:nvPr/>
          </p:nvSpPr>
          <p:spPr>
            <a:xfrm>
              <a:off x="7876314" y="6317402"/>
              <a:ext cx="1549866" cy="369332"/>
            </a:xfrm>
            <a:prstGeom prst="rect">
              <a:avLst/>
            </a:prstGeom>
            <a:noFill/>
          </p:spPr>
          <p:txBody>
            <a:bodyPr wrap="square">
              <a:spAutoFit/>
            </a:bodyPr>
            <a:lstStyle/>
            <a:p>
              <a:r>
                <a:rPr lang="en-US" altLang="zh-CN" sz="1800" dirty="0"/>
                <a:t>Smile to Pay</a:t>
              </a:r>
              <a:endParaRPr lang="zh-CN" altLang="en-US" dirty="0"/>
            </a:p>
          </p:txBody>
        </p:sp>
      </p:grpSp>
    </p:spTree>
    <p:extLst>
      <p:ext uri="{BB962C8B-B14F-4D97-AF65-F5344CB8AC3E}">
        <p14:creationId xmlns:p14="http://schemas.microsoft.com/office/powerpoint/2010/main" val="2955885324"/>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par>
                                <p:cTn id="8" presetID="10" presetClass="entr" presetSubtype="0" fill="hold"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46200" y="443230"/>
            <a:ext cx="10344785" cy="441960"/>
          </a:xfrm>
        </p:spPr>
        <p:txBody>
          <a:bodyPr/>
          <a:lstStyle/>
          <a:p>
            <a:r>
              <a:rPr lang="en-US" sz="3200" dirty="0">
                <a:sym typeface="+mn-ea"/>
              </a:rPr>
              <a:t>1.1 </a:t>
            </a:r>
            <a:r>
              <a:rPr lang="zh-CN" altLang="en-US" sz="3200" dirty="0"/>
              <a:t>人工智能概述</a:t>
            </a:r>
            <a:endParaRPr sz="3200" dirty="0">
              <a:solidFill>
                <a:srgbClr val="FF0000"/>
              </a:solidFill>
              <a:sym typeface="+mn-ea"/>
            </a:endParaRPr>
          </a:p>
        </p:txBody>
      </p:sp>
      <p:sp>
        <p:nvSpPr>
          <p:cNvPr id="6" name="内容占位符 2"/>
          <p:cNvSpPr>
            <a:spLocks noGrp="1"/>
          </p:cNvSpPr>
          <p:nvPr/>
        </p:nvSpPr>
        <p:spPr>
          <a:xfrm>
            <a:off x="1039495" y="1219200"/>
            <a:ext cx="10255885" cy="4733290"/>
          </a:xfrm>
          <a:prstGeom prst="rect">
            <a:avLst/>
          </a:prstGeo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2800" dirty="0">
                <a:solidFill>
                  <a:srgbClr val="111111"/>
                </a:solidFill>
                <a:latin typeface="-apple-system"/>
              </a:rPr>
              <a:t>目前</a:t>
            </a:r>
            <a:r>
              <a:rPr lang="zh-CN" altLang="en-US" sz="2800" b="0" i="0" dirty="0">
                <a:solidFill>
                  <a:srgbClr val="111111"/>
                </a:solidFill>
                <a:effectLst/>
                <a:latin typeface="-apple-system"/>
              </a:rPr>
              <a:t>人工智能的应用与发展</a:t>
            </a:r>
            <a:endParaRPr lang="en-US" altLang="zh-CN" sz="2800" b="0" i="0" dirty="0">
              <a:solidFill>
                <a:srgbClr val="111111"/>
              </a:solidFill>
              <a:effectLst/>
              <a:latin typeface="-apple-system"/>
            </a:endParaRPr>
          </a:p>
          <a:p>
            <a:pPr marL="0" indent="0">
              <a:buNone/>
            </a:pPr>
            <a:r>
              <a:rPr lang="zh-CN" altLang="en-US" sz="1800" dirty="0">
                <a:solidFill>
                  <a:srgbClr val="111111"/>
                </a:solidFill>
                <a:latin typeface="-apple-system"/>
              </a:rPr>
              <a:t>人工智能已广泛应用于图像识别、语音识别、自然语言处理、艺术创作、智力游戏、医疗诊断等众多领域，人们对人工智能再次寄予厚望。</a:t>
            </a:r>
            <a:endParaRPr lang="en-US" altLang="zh-CN" sz="1800" dirty="0">
              <a:solidFill>
                <a:srgbClr val="111111"/>
              </a:solidFill>
              <a:latin typeface="-apple-system"/>
            </a:endParaRPr>
          </a:p>
          <a:p>
            <a:pPr marL="0" indent="0">
              <a:buNone/>
            </a:pPr>
            <a:r>
              <a:rPr lang="zh-CN" altLang="en-US" sz="1800" dirty="0">
                <a:solidFill>
                  <a:srgbClr val="111111"/>
                </a:solidFill>
                <a:latin typeface="-apple-system"/>
              </a:rPr>
              <a:t>基于人工智能的相关技术，已经可以很好地解放生产力，提高生产效率，促进社会的进步。因此，社会各界对人工智能人才的需求日益增长。随着各种人工智能工具和框架的不断涌现，对于想进入人工智能领域的初学者来说门槛不再难以逾越。虽然很多人工智能的理论和问题仍然需要具有丰富理论和经验的研究者去不断深耕，但是只要具备基本的人工智能知识，初学者就可以利用各种人工智能软件工具框架，解决一些简单的人工智能问题。</a:t>
            </a:r>
            <a:endParaRPr lang="en-US" altLang="zh-CN" sz="1800" dirty="0">
              <a:solidFill>
                <a:srgbClr val="111111"/>
              </a:solidFill>
              <a:latin typeface="-apple-system"/>
            </a:endParaRPr>
          </a:p>
        </p:txBody>
      </p:sp>
      <p:grpSp>
        <p:nvGrpSpPr>
          <p:cNvPr id="23" name="组合 22">
            <a:extLst>
              <a:ext uri="{FF2B5EF4-FFF2-40B4-BE49-F238E27FC236}">
                <a16:creationId xmlns:a16="http://schemas.microsoft.com/office/drawing/2014/main" id="{2942366B-DBA1-B8D4-F5ED-7991E3C61471}"/>
              </a:ext>
            </a:extLst>
          </p:cNvPr>
          <p:cNvGrpSpPr/>
          <p:nvPr/>
        </p:nvGrpSpPr>
        <p:grpSpPr>
          <a:xfrm>
            <a:off x="1466460" y="4638776"/>
            <a:ext cx="3322193" cy="2193237"/>
            <a:chOff x="1466460" y="4638776"/>
            <a:chExt cx="3322193" cy="2193237"/>
          </a:xfrm>
        </p:grpSpPr>
        <p:pic>
          <p:nvPicPr>
            <p:cNvPr id="12" name="图片 11">
              <a:extLst>
                <a:ext uri="{FF2B5EF4-FFF2-40B4-BE49-F238E27FC236}">
                  <a16:creationId xmlns:a16="http://schemas.microsoft.com/office/drawing/2014/main" id="{4C39AF81-6B64-6527-8908-63C4FB934A02}"/>
                </a:ext>
              </a:extLst>
            </p:cNvPr>
            <p:cNvPicPr>
              <a:picLocks noChangeAspect="1"/>
            </p:cNvPicPr>
            <p:nvPr/>
          </p:nvPicPr>
          <p:blipFill>
            <a:blip r:embed="rId3"/>
            <a:stretch>
              <a:fillRect/>
            </a:stretch>
          </p:blipFill>
          <p:spPr>
            <a:xfrm>
              <a:off x="1466460" y="4638776"/>
              <a:ext cx="3322193" cy="1856007"/>
            </a:xfrm>
            <a:prstGeom prst="rect">
              <a:avLst/>
            </a:prstGeom>
          </p:spPr>
        </p:pic>
        <p:sp>
          <p:nvSpPr>
            <p:cNvPr id="21" name="文本框 20">
              <a:extLst>
                <a:ext uri="{FF2B5EF4-FFF2-40B4-BE49-F238E27FC236}">
                  <a16:creationId xmlns:a16="http://schemas.microsoft.com/office/drawing/2014/main" id="{5AAF97AF-2E49-C07A-FD00-7F7A1D2DB788}"/>
                </a:ext>
              </a:extLst>
            </p:cNvPr>
            <p:cNvSpPr txBox="1"/>
            <p:nvPr/>
          </p:nvSpPr>
          <p:spPr>
            <a:xfrm>
              <a:off x="2030576" y="6493459"/>
              <a:ext cx="2193959" cy="338554"/>
            </a:xfrm>
            <a:prstGeom prst="rect">
              <a:avLst/>
            </a:prstGeom>
            <a:noFill/>
          </p:spPr>
          <p:txBody>
            <a:bodyPr wrap="square">
              <a:spAutoFit/>
            </a:bodyPr>
            <a:lstStyle/>
            <a:p>
              <a:r>
                <a:rPr lang="en-US" altLang="zh-CN" sz="1600" dirty="0">
                  <a:solidFill>
                    <a:srgbClr val="111111"/>
                  </a:solidFill>
                  <a:latin typeface="-apple-system"/>
                </a:rPr>
                <a:t>ChatGPT </a:t>
              </a:r>
              <a:r>
                <a:rPr lang="zh-CN" altLang="en-US" sz="1600" dirty="0">
                  <a:solidFill>
                    <a:srgbClr val="111111"/>
                  </a:solidFill>
                  <a:latin typeface="-apple-system"/>
                </a:rPr>
                <a:t>智能文本生成</a:t>
              </a:r>
              <a:endParaRPr lang="zh-CN" altLang="en-US" sz="1600" dirty="0"/>
            </a:p>
          </p:txBody>
        </p:sp>
      </p:grpSp>
      <p:grpSp>
        <p:nvGrpSpPr>
          <p:cNvPr id="24" name="组合 23">
            <a:extLst>
              <a:ext uri="{FF2B5EF4-FFF2-40B4-BE49-F238E27FC236}">
                <a16:creationId xmlns:a16="http://schemas.microsoft.com/office/drawing/2014/main" id="{DBD502BC-152A-F141-F6DE-1B711D4EE270}"/>
              </a:ext>
            </a:extLst>
          </p:cNvPr>
          <p:cNvGrpSpPr/>
          <p:nvPr/>
        </p:nvGrpSpPr>
        <p:grpSpPr>
          <a:xfrm>
            <a:off x="7135421" y="4531838"/>
            <a:ext cx="3955770" cy="2326504"/>
            <a:chOff x="6380411" y="4638776"/>
            <a:chExt cx="3955770" cy="2326504"/>
          </a:xfrm>
        </p:grpSpPr>
        <p:pic>
          <p:nvPicPr>
            <p:cNvPr id="16" name="图片 15">
              <a:extLst>
                <a:ext uri="{FF2B5EF4-FFF2-40B4-BE49-F238E27FC236}">
                  <a16:creationId xmlns:a16="http://schemas.microsoft.com/office/drawing/2014/main" id="{D42199D9-8D9C-9860-D217-9D72FDE8AE61}"/>
                </a:ext>
              </a:extLst>
            </p:cNvPr>
            <p:cNvPicPr>
              <a:picLocks noChangeAspect="1"/>
            </p:cNvPicPr>
            <p:nvPr/>
          </p:nvPicPr>
          <p:blipFill>
            <a:blip r:embed="rId4"/>
            <a:stretch>
              <a:fillRect/>
            </a:stretch>
          </p:blipFill>
          <p:spPr>
            <a:xfrm>
              <a:off x="7126588" y="4638776"/>
              <a:ext cx="2088061" cy="1928027"/>
            </a:xfrm>
            <a:prstGeom prst="rect">
              <a:avLst/>
            </a:prstGeom>
          </p:spPr>
        </p:pic>
        <p:sp>
          <p:nvSpPr>
            <p:cNvPr id="22" name="文本框 21">
              <a:extLst>
                <a:ext uri="{FF2B5EF4-FFF2-40B4-BE49-F238E27FC236}">
                  <a16:creationId xmlns:a16="http://schemas.microsoft.com/office/drawing/2014/main" id="{389A1F07-AC2F-C5FC-93C3-0C8ED3012EBB}"/>
                </a:ext>
              </a:extLst>
            </p:cNvPr>
            <p:cNvSpPr txBox="1"/>
            <p:nvPr/>
          </p:nvSpPr>
          <p:spPr>
            <a:xfrm>
              <a:off x="6380411" y="6626726"/>
              <a:ext cx="3955770" cy="338554"/>
            </a:xfrm>
            <a:prstGeom prst="rect">
              <a:avLst/>
            </a:prstGeom>
            <a:noFill/>
          </p:spPr>
          <p:txBody>
            <a:bodyPr wrap="square">
              <a:spAutoFit/>
            </a:bodyPr>
            <a:lstStyle/>
            <a:p>
              <a:r>
                <a:rPr lang="en-US" altLang="zh-CN" sz="1600" dirty="0" err="1">
                  <a:solidFill>
                    <a:srgbClr val="111111"/>
                  </a:solidFill>
                  <a:latin typeface="-apple-system"/>
                </a:rPr>
                <a:t>Midjourney</a:t>
              </a:r>
              <a:r>
                <a:rPr lang="en-US" altLang="zh-CN" sz="1600" dirty="0">
                  <a:solidFill>
                    <a:srgbClr val="111111"/>
                  </a:solidFill>
                  <a:latin typeface="-apple-system"/>
                </a:rPr>
                <a:t> </a:t>
              </a:r>
              <a:r>
                <a:rPr lang="zh-CN" altLang="en-US" sz="1600" dirty="0">
                  <a:solidFill>
                    <a:srgbClr val="111111"/>
                  </a:solidFill>
                  <a:latin typeface="-apple-system"/>
                </a:rPr>
                <a:t>从自然语言描述中生成图像</a:t>
              </a:r>
              <a:endParaRPr lang="zh-CN" altLang="en-US" sz="1600" dirty="0"/>
            </a:p>
          </p:txBody>
        </p:sp>
      </p:grpSp>
    </p:spTree>
    <p:custDataLst>
      <p:tags r:id="rId1"/>
    </p:custDataLst>
    <p:extLst>
      <p:ext uri="{BB962C8B-B14F-4D97-AF65-F5344CB8AC3E}">
        <p14:creationId xmlns:p14="http://schemas.microsoft.com/office/powerpoint/2010/main" val="3541030165"/>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500"/>
                                        <p:tgtEl>
                                          <p:spTgt spid="23"/>
                                        </p:tgtEl>
                                      </p:cBhvr>
                                    </p:animEffect>
                                  </p:childTnLst>
                                </p:cTn>
                              </p:par>
                              <p:par>
                                <p:cTn id="8" presetID="10" presetClass="entr" presetSubtype="0" fill="hold" nodeType="withEffect">
                                  <p:stCondLst>
                                    <p:cond delay="0"/>
                                  </p:stCondLst>
                                  <p:childTnLst>
                                    <p:set>
                                      <p:cBhvr>
                                        <p:cTn id="9" dur="1" fill="hold">
                                          <p:stCondLst>
                                            <p:cond delay="0"/>
                                          </p:stCondLst>
                                        </p:cTn>
                                        <p:tgtEl>
                                          <p:spTgt spid="24"/>
                                        </p:tgtEl>
                                        <p:attrNameLst>
                                          <p:attrName>style.visibility</p:attrName>
                                        </p:attrNameLst>
                                      </p:cBhvr>
                                      <p:to>
                                        <p:strVal val="visible"/>
                                      </p:to>
                                    </p:set>
                                    <p:animEffect transition="in" filter="fade">
                                      <p:cBhvr>
                                        <p:cTn id="10"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46200" y="443230"/>
            <a:ext cx="10344785" cy="441960"/>
          </a:xfrm>
        </p:spPr>
        <p:txBody>
          <a:bodyPr/>
          <a:lstStyle/>
          <a:p>
            <a:r>
              <a:rPr lang="en-US" sz="3200" dirty="0">
                <a:sym typeface="+mn-ea"/>
              </a:rPr>
              <a:t>1.1 </a:t>
            </a:r>
            <a:r>
              <a:rPr lang="zh-CN" altLang="en-US" sz="3200" dirty="0"/>
              <a:t>人工智能概述</a:t>
            </a:r>
            <a:endParaRPr sz="3200" dirty="0">
              <a:solidFill>
                <a:srgbClr val="FF0000"/>
              </a:solidFill>
              <a:sym typeface="+mn-ea"/>
            </a:endParaRPr>
          </a:p>
        </p:txBody>
      </p:sp>
      <p:sp>
        <p:nvSpPr>
          <p:cNvPr id="6" name="内容占位符 2"/>
          <p:cNvSpPr>
            <a:spLocks noGrp="1"/>
          </p:cNvSpPr>
          <p:nvPr/>
        </p:nvSpPr>
        <p:spPr>
          <a:xfrm>
            <a:off x="1039495" y="1219200"/>
            <a:ext cx="10255885" cy="4733290"/>
          </a:xfrm>
          <a:prstGeom prst="rect">
            <a:avLst/>
          </a:prstGeo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2800" b="0" i="0" dirty="0">
                <a:solidFill>
                  <a:srgbClr val="111111"/>
                </a:solidFill>
                <a:effectLst/>
                <a:latin typeface="-apple-system"/>
              </a:rPr>
              <a:t>人工智能比赛平台</a:t>
            </a:r>
            <a:endParaRPr lang="en-US" altLang="zh-CN" sz="2800" b="0" i="0" dirty="0">
              <a:solidFill>
                <a:srgbClr val="111111"/>
              </a:solidFill>
              <a:effectLst/>
              <a:latin typeface="-apple-system"/>
            </a:endParaRPr>
          </a:p>
        </p:txBody>
      </p:sp>
      <p:pic>
        <p:nvPicPr>
          <p:cNvPr id="4" name="图片 3">
            <a:extLst>
              <a:ext uri="{FF2B5EF4-FFF2-40B4-BE49-F238E27FC236}">
                <a16:creationId xmlns:a16="http://schemas.microsoft.com/office/drawing/2014/main" id="{1697CDD9-ABDA-6965-7876-997D740E8224}"/>
              </a:ext>
            </a:extLst>
          </p:cNvPr>
          <p:cNvPicPr>
            <a:picLocks noChangeAspect="1"/>
          </p:cNvPicPr>
          <p:nvPr/>
        </p:nvPicPr>
        <p:blipFill>
          <a:blip r:embed="rId3"/>
          <a:stretch>
            <a:fillRect/>
          </a:stretch>
        </p:blipFill>
        <p:spPr>
          <a:xfrm>
            <a:off x="1039495" y="3819831"/>
            <a:ext cx="10090750" cy="2824250"/>
          </a:xfrm>
          <a:prstGeom prst="rect">
            <a:avLst/>
          </a:prstGeom>
        </p:spPr>
      </p:pic>
      <p:sp>
        <p:nvSpPr>
          <p:cNvPr id="9" name="文本框 8">
            <a:extLst>
              <a:ext uri="{FF2B5EF4-FFF2-40B4-BE49-F238E27FC236}">
                <a16:creationId xmlns:a16="http://schemas.microsoft.com/office/drawing/2014/main" id="{4EE502AC-E60B-E4D4-F7C7-D7FEA2DB0ECD}"/>
              </a:ext>
            </a:extLst>
          </p:cNvPr>
          <p:cNvSpPr txBox="1"/>
          <p:nvPr/>
        </p:nvSpPr>
        <p:spPr>
          <a:xfrm>
            <a:off x="1039495" y="2056810"/>
            <a:ext cx="10017195" cy="1477328"/>
          </a:xfrm>
          <a:prstGeom prst="rect">
            <a:avLst/>
          </a:prstGeom>
          <a:noFill/>
        </p:spPr>
        <p:txBody>
          <a:bodyPr wrap="square">
            <a:spAutoFit/>
          </a:bodyPr>
          <a:lstStyle/>
          <a:p>
            <a:r>
              <a:rPr lang="zh-CN" altLang="en-US" dirty="0"/>
              <a:t>有很多问题都可以应用人工智能技术加以解决。人们把这些问题抽象成赛题形式</a:t>
            </a:r>
            <a:r>
              <a:rPr lang="en-US" altLang="zh-CN" dirty="0"/>
              <a:t>,</a:t>
            </a:r>
            <a:r>
              <a:rPr lang="zh-CN" altLang="en-US" dirty="0"/>
              <a:t>发布到人工智能比赛平台</a:t>
            </a:r>
            <a:r>
              <a:rPr lang="en-US" altLang="zh-CN" dirty="0"/>
              <a:t>,</a:t>
            </a:r>
            <a:r>
              <a:rPr lang="zh-CN" altLang="en-US" dirty="0"/>
              <a:t>以吸引人工智能爱好者或研究者编程实现，然后选取性能最优者进行奖励。</a:t>
            </a:r>
            <a:endParaRPr lang="en-US" altLang="zh-CN" dirty="0"/>
          </a:p>
          <a:p>
            <a:endParaRPr lang="en-US" altLang="zh-CN" dirty="0"/>
          </a:p>
          <a:p>
            <a:r>
              <a:rPr lang="zh-CN" altLang="en-US" dirty="0"/>
              <a:t>有很多组织和机构构建了人工智能大赛平台，如：</a:t>
            </a:r>
            <a:r>
              <a:rPr lang="en-US" altLang="zh-CN" dirty="0"/>
              <a:t>Kaggle</a:t>
            </a:r>
            <a:r>
              <a:rPr lang="zh-CN" altLang="en-US" dirty="0"/>
              <a:t>、阿里天池大数据平台、</a:t>
            </a:r>
            <a:r>
              <a:rPr lang="en-US" altLang="zh-CN" dirty="0" err="1"/>
              <a:t>Biendata</a:t>
            </a:r>
            <a:r>
              <a:rPr lang="zh-CN" altLang="en-US" dirty="0"/>
              <a:t>、百度点石、</a:t>
            </a:r>
            <a:r>
              <a:rPr lang="en-US" altLang="zh-CN" dirty="0"/>
              <a:t>datafountain.cn</a:t>
            </a:r>
            <a:r>
              <a:rPr lang="zh-CN" altLang="en-US" dirty="0"/>
              <a:t>、和鲸社区和</a:t>
            </a:r>
            <a:r>
              <a:rPr lang="en-US" altLang="zh-CN" dirty="0" err="1"/>
              <a:t>Dclab</a:t>
            </a:r>
            <a:r>
              <a:rPr lang="zh-CN" altLang="en-US" dirty="0"/>
              <a:t>等。</a:t>
            </a:r>
          </a:p>
        </p:txBody>
      </p:sp>
    </p:spTree>
    <p:custDataLst>
      <p:tags r:id="rId1"/>
    </p:custDataLst>
    <p:extLst>
      <p:ext uri="{BB962C8B-B14F-4D97-AF65-F5344CB8AC3E}">
        <p14:creationId xmlns:p14="http://schemas.microsoft.com/office/powerpoint/2010/main" val="3265784864"/>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46200" y="443230"/>
            <a:ext cx="10344785" cy="441960"/>
          </a:xfrm>
        </p:spPr>
        <p:txBody>
          <a:bodyPr/>
          <a:lstStyle/>
          <a:p>
            <a:r>
              <a:rPr lang="en-US" sz="3200" dirty="0">
                <a:sym typeface="+mn-ea"/>
              </a:rPr>
              <a:t>1.2 </a:t>
            </a:r>
            <a:r>
              <a:rPr lang="zh-CN" altLang="en-US" sz="3200" b="1" dirty="0">
                <a:solidFill>
                  <a:srgbClr val="577CCE"/>
                </a:solidFill>
                <a:latin typeface="+mj-ea"/>
                <a:ea typeface="+mj-ea"/>
              </a:rPr>
              <a:t>模式识别与机器学习</a:t>
            </a:r>
            <a:endParaRPr sz="3200" dirty="0">
              <a:solidFill>
                <a:srgbClr val="FF0000"/>
              </a:solidFill>
              <a:sym typeface="+mn-ea"/>
            </a:endParaRPr>
          </a:p>
        </p:txBody>
      </p:sp>
      <p:sp>
        <p:nvSpPr>
          <p:cNvPr id="6" name="内容占位符 2"/>
          <p:cNvSpPr>
            <a:spLocks noGrp="1"/>
          </p:cNvSpPr>
          <p:nvPr/>
        </p:nvSpPr>
        <p:spPr>
          <a:xfrm>
            <a:off x="968057" y="1366577"/>
            <a:ext cx="10255885" cy="4733290"/>
          </a:xfrm>
          <a:prstGeom prst="rect">
            <a:avLst/>
          </a:prstGeo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sz="1800" dirty="0"/>
              <a:t>人们在观察事物或现象的时候，常常要寻找其与其他事物或现象的不同之处，并根据一定的目的把各个相似的但又不完全相同的事物或现象组成一类，正所谓“物以类聚，人以群分”。例如，中华文化源远流长，字经历了“甲骨文”、“金文”、“大篆”、“小篆”、“隶书”、“楷书”、“行书”等多种书写形式。当我们学习了楷书形式的汉字，对于其他书写形式的汉字，如隶书、行书等，虽然以前可能未见过，但基本也是认识的，如图 </a:t>
            </a:r>
            <a:r>
              <a:rPr lang="en-US" altLang="zh-CN" sz="1800" dirty="0"/>
              <a:t>1-2 </a:t>
            </a:r>
            <a:r>
              <a:rPr lang="zh-CN" altLang="en-US" sz="1800" dirty="0"/>
              <a:t>所示。</a:t>
            </a:r>
          </a:p>
        </p:txBody>
      </p:sp>
      <p:pic>
        <p:nvPicPr>
          <p:cNvPr id="4" name="图片 3">
            <a:extLst>
              <a:ext uri="{FF2B5EF4-FFF2-40B4-BE49-F238E27FC236}">
                <a16:creationId xmlns:a16="http://schemas.microsoft.com/office/drawing/2014/main" id="{5CBDCF92-26BE-42F3-4B04-72345EB23BCF}"/>
              </a:ext>
            </a:extLst>
          </p:cNvPr>
          <p:cNvPicPr>
            <a:picLocks noChangeAspect="1"/>
          </p:cNvPicPr>
          <p:nvPr/>
        </p:nvPicPr>
        <p:blipFill>
          <a:blip r:embed="rId3"/>
          <a:stretch>
            <a:fillRect/>
          </a:stretch>
        </p:blipFill>
        <p:spPr>
          <a:xfrm>
            <a:off x="2059843" y="3665162"/>
            <a:ext cx="7384420" cy="1356478"/>
          </a:xfrm>
          <a:prstGeom prst="rect">
            <a:avLst/>
          </a:prstGeom>
        </p:spPr>
      </p:pic>
      <p:sp>
        <p:nvSpPr>
          <p:cNvPr id="5" name="文本框 4">
            <a:extLst>
              <a:ext uri="{FF2B5EF4-FFF2-40B4-BE49-F238E27FC236}">
                <a16:creationId xmlns:a16="http://schemas.microsoft.com/office/drawing/2014/main" id="{70339FC2-C86F-0C32-9C8F-4E371AB0C454}"/>
              </a:ext>
            </a:extLst>
          </p:cNvPr>
          <p:cNvSpPr txBox="1"/>
          <p:nvPr/>
        </p:nvSpPr>
        <p:spPr>
          <a:xfrm>
            <a:off x="4223429" y="5133695"/>
            <a:ext cx="3057247" cy="369332"/>
          </a:xfrm>
          <a:prstGeom prst="rect">
            <a:avLst/>
          </a:prstGeom>
          <a:noFill/>
        </p:spPr>
        <p:txBody>
          <a:bodyPr wrap="none" rtlCol="0">
            <a:spAutoFit/>
          </a:bodyPr>
          <a:lstStyle/>
          <a:p>
            <a:r>
              <a:rPr lang="zh-CN" altLang="en-US" dirty="0"/>
              <a:t>图</a:t>
            </a:r>
            <a:r>
              <a:rPr lang="en-US" altLang="zh-CN" dirty="0"/>
              <a:t>1-2</a:t>
            </a:r>
            <a:r>
              <a:rPr lang="zh-CN" altLang="en-US" dirty="0"/>
              <a:t>汉字不同书写形式举例</a:t>
            </a:r>
          </a:p>
        </p:txBody>
      </p:sp>
    </p:spTree>
    <p:custDataLst>
      <p:tags r:id="rId1"/>
    </p:custDataLst>
    <p:extLst>
      <p:ext uri="{BB962C8B-B14F-4D97-AF65-F5344CB8AC3E}">
        <p14:creationId xmlns:p14="http://schemas.microsoft.com/office/powerpoint/2010/main" val="2614769471"/>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46200" y="443230"/>
            <a:ext cx="10344785" cy="441960"/>
          </a:xfrm>
        </p:spPr>
        <p:txBody>
          <a:bodyPr/>
          <a:lstStyle/>
          <a:p>
            <a:r>
              <a:rPr lang="en-US" sz="3200" dirty="0">
                <a:sym typeface="+mn-ea"/>
              </a:rPr>
              <a:t>1.2 </a:t>
            </a:r>
            <a:r>
              <a:rPr lang="zh-CN" altLang="en-US" sz="3200" b="1" dirty="0">
                <a:solidFill>
                  <a:srgbClr val="577CCE"/>
                </a:solidFill>
                <a:latin typeface="+mj-ea"/>
                <a:ea typeface="+mj-ea"/>
              </a:rPr>
              <a:t>模式识别与机器学习</a:t>
            </a:r>
            <a:endParaRPr sz="3200" dirty="0">
              <a:solidFill>
                <a:srgbClr val="FF0000"/>
              </a:solidFill>
              <a:sym typeface="+mn-ea"/>
            </a:endParaRPr>
          </a:p>
        </p:txBody>
      </p:sp>
      <p:sp>
        <p:nvSpPr>
          <p:cNvPr id="6" name="内容占位符 2"/>
          <p:cNvSpPr>
            <a:spLocks noGrp="1"/>
          </p:cNvSpPr>
          <p:nvPr/>
        </p:nvSpPr>
        <p:spPr>
          <a:xfrm>
            <a:off x="983965" y="1211301"/>
            <a:ext cx="9963667" cy="4733290"/>
          </a:xfrm>
          <a:prstGeom prst="rect">
            <a:avLst/>
          </a:prstGeo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sz="2000" dirty="0"/>
              <a:t>广义上，模式是指存在于时间和空间中的可观察的事物。模式识别是指把某一个具体的事物正确地归入某一个类别。模式识别可以认为是人类最基本的智能，通过潜意识或有意识地发现或分析事物的特征，将其归入某个抽象出来的类别。早期的模式识别问题主要采用数学方法进行研究。</a:t>
            </a:r>
            <a:endParaRPr lang="en-US" altLang="zh-CN" sz="2000" dirty="0"/>
          </a:p>
          <a:p>
            <a:pPr marL="0" indent="0">
              <a:buNone/>
            </a:pPr>
            <a:r>
              <a:rPr lang="zh-CN" altLang="en-US" sz="2000" dirty="0"/>
              <a:t>随着计算机技术的发展，人们开始研究如何用程序算法来实现模式识别问题，一般采取的步骤是首先采用人工方式抽取特征，然后设计模型，利用已知的标注样本估计模型参数，从而达到识别的目的。显然，这种用机器进行模式识别的研究是最为基础的一种人工智能技术。</a:t>
            </a:r>
            <a:endParaRPr lang="en-US" altLang="zh-CN" sz="2000" dirty="0"/>
          </a:p>
        </p:txBody>
      </p:sp>
    </p:spTree>
    <p:custDataLst>
      <p:tags r:id="rId1"/>
    </p:custDataLst>
    <p:extLst>
      <p:ext uri="{BB962C8B-B14F-4D97-AF65-F5344CB8AC3E}">
        <p14:creationId xmlns:p14="http://schemas.microsoft.com/office/powerpoint/2010/main" val="2419293723"/>
      </p:ext>
    </p:extLst>
  </p:cSld>
  <p:clrMapOvr>
    <a:masterClrMapping/>
  </p:clrMapOvr>
  <p:transition spd="slow">
    <p:push dir="u"/>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46200" y="443230"/>
            <a:ext cx="10344785" cy="441960"/>
          </a:xfrm>
        </p:spPr>
        <p:txBody>
          <a:bodyPr/>
          <a:lstStyle/>
          <a:p>
            <a:r>
              <a:rPr lang="en-US" sz="3200" dirty="0">
                <a:sym typeface="+mn-ea"/>
              </a:rPr>
              <a:t>1.2 </a:t>
            </a:r>
            <a:r>
              <a:rPr lang="zh-CN" altLang="en-US" sz="3200" b="1" dirty="0">
                <a:solidFill>
                  <a:srgbClr val="577CCE"/>
                </a:solidFill>
                <a:latin typeface="+mj-ea"/>
                <a:ea typeface="+mj-ea"/>
              </a:rPr>
              <a:t>模式识别与机器学习</a:t>
            </a:r>
            <a:endParaRPr sz="3200" dirty="0">
              <a:solidFill>
                <a:srgbClr val="FF0000"/>
              </a:solidFill>
              <a:sym typeface="+mn-ea"/>
            </a:endParaRPr>
          </a:p>
        </p:txBody>
      </p:sp>
      <p:sp>
        <p:nvSpPr>
          <p:cNvPr id="6" name="内容占位符 2"/>
          <p:cNvSpPr>
            <a:spLocks noGrp="1"/>
          </p:cNvSpPr>
          <p:nvPr/>
        </p:nvSpPr>
        <p:spPr>
          <a:xfrm>
            <a:off x="983965" y="1211301"/>
            <a:ext cx="9963667" cy="4733290"/>
          </a:xfrm>
          <a:prstGeom prst="rect">
            <a:avLst/>
          </a:prstGeo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zh-CN" sz="2000" dirty="0"/>
              <a:t>1980 </a:t>
            </a:r>
            <a:r>
              <a:rPr lang="zh-CN" altLang="en-US" sz="2000" dirty="0"/>
              <a:t>年后，机器学习成为一个</a:t>
            </a:r>
            <a:r>
              <a:rPr lang="zh-CN" altLang="en-US" sz="2000" dirty="0">
                <a:solidFill>
                  <a:srgbClr val="FF0000"/>
                </a:solidFill>
              </a:rPr>
              <a:t>独立的研究方向</a:t>
            </a:r>
            <a:r>
              <a:rPr lang="zh-CN" altLang="en-US" sz="2000" dirty="0"/>
              <a:t>，吸引了越来越多的学者。机器学习的目的是让计算机模拟人的学习行为，从数据中自动分析获得规律，并利用规律对未知数据进行预测。在这之前，也有很多重要概念、理论和算法被提出并成为当今机器学习领域的关键知识。例如，</a:t>
            </a:r>
            <a:r>
              <a:rPr lang="en-US" altLang="zh-CN" sz="2000" dirty="0"/>
              <a:t>1950 </a:t>
            </a:r>
            <a:r>
              <a:rPr lang="zh-CN" altLang="en-US" sz="2000" dirty="0"/>
              <a:t>年图灵提到了</a:t>
            </a:r>
            <a:r>
              <a:rPr lang="zh-CN" altLang="en-US" sz="2000" dirty="0">
                <a:solidFill>
                  <a:srgbClr val="FF0000"/>
                </a:solidFill>
              </a:rPr>
              <a:t>机器学习的概念</a:t>
            </a:r>
            <a:r>
              <a:rPr lang="zh-CN" altLang="en-US" sz="2000" dirty="0"/>
              <a:t>，</a:t>
            </a:r>
            <a:r>
              <a:rPr lang="en-US" altLang="zh-CN" sz="2000" dirty="0"/>
              <a:t>1954 </a:t>
            </a:r>
            <a:r>
              <a:rPr lang="zh-CN" altLang="en-US" sz="2000" dirty="0"/>
              <a:t>年萨维奇提出了</a:t>
            </a:r>
            <a:r>
              <a:rPr lang="zh-CN" altLang="en-US" sz="2000" dirty="0">
                <a:solidFill>
                  <a:srgbClr val="FF0000"/>
                </a:solidFill>
              </a:rPr>
              <a:t>贝叶斯决策理论</a:t>
            </a:r>
            <a:r>
              <a:rPr lang="zh-CN" altLang="en-US" sz="2000" dirty="0"/>
              <a:t>，</a:t>
            </a:r>
            <a:r>
              <a:rPr lang="en-US" altLang="zh-CN" sz="2000" dirty="0"/>
              <a:t>1959 </a:t>
            </a:r>
            <a:r>
              <a:rPr lang="zh-CN" altLang="en-US" sz="2000" dirty="0"/>
              <a:t>年罗森布拉特提出了</a:t>
            </a:r>
            <a:r>
              <a:rPr lang="zh-CN" altLang="en-US" sz="2000" dirty="0">
                <a:solidFill>
                  <a:srgbClr val="FF0000"/>
                </a:solidFill>
              </a:rPr>
              <a:t>感知器模型</a:t>
            </a:r>
            <a:r>
              <a:rPr lang="zh-CN" altLang="en-US" sz="2000" dirty="0"/>
              <a:t>。</a:t>
            </a:r>
            <a:endParaRPr lang="en-US" altLang="zh-CN" sz="2000" dirty="0"/>
          </a:p>
          <a:p>
            <a:pPr marL="0" indent="0">
              <a:buNone/>
            </a:pPr>
            <a:r>
              <a:rPr lang="zh-CN" altLang="en-US" sz="2000" dirty="0"/>
              <a:t>虽然模式识别和机器学习在概念、目的和研究内容等方面存在很多差异性，但随着两者当前主流研究内容的交叉和融合，</a:t>
            </a:r>
            <a:r>
              <a:rPr lang="zh-CN" altLang="en-US" sz="2000" dirty="0">
                <a:solidFill>
                  <a:srgbClr val="FF0000"/>
                </a:solidFill>
              </a:rPr>
              <a:t>在很多场合下人们不再对模式识别和机器学习的概念特意区分</a:t>
            </a:r>
            <a:r>
              <a:rPr lang="zh-CN" altLang="en-US" sz="2000" dirty="0"/>
              <a:t>。</a:t>
            </a:r>
            <a:endParaRPr lang="en-US" altLang="zh-CN" sz="2000" dirty="0"/>
          </a:p>
        </p:txBody>
      </p:sp>
    </p:spTree>
    <p:custDataLst>
      <p:tags r:id="rId1"/>
    </p:custDataLst>
    <p:extLst>
      <p:ext uri="{BB962C8B-B14F-4D97-AF65-F5344CB8AC3E}">
        <p14:creationId xmlns:p14="http://schemas.microsoft.com/office/powerpoint/2010/main" val="3203560865"/>
      </p:ext>
    </p:extLst>
  </p:cSld>
  <p:clrMapOvr>
    <a:masterClrMapping/>
  </p:clrMapOvr>
  <p:transition spd="slow">
    <p:push dir="u"/>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46200" y="443230"/>
            <a:ext cx="10344785" cy="441960"/>
          </a:xfrm>
        </p:spPr>
        <p:txBody>
          <a:bodyPr/>
          <a:lstStyle/>
          <a:p>
            <a:r>
              <a:rPr lang="en-US" sz="3200" dirty="0">
                <a:sym typeface="+mn-ea"/>
              </a:rPr>
              <a:t>1.2 </a:t>
            </a:r>
            <a:r>
              <a:rPr lang="zh-CN" altLang="en-US" sz="3200" b="1" dirty="0">
                <a:solidFill>
                  <a:srgbClr val="577CCE"/>
                </a:solidFill>
                <a:latin typeface="+mj-ea"/>
                <a:ea typeface="+mj-ea"/>
              </a:rPr>
              <a:t>模式识别与机器学习</a:t>
            </a:r>
            <a:endParaRPr sz="3200" dirty="0">
              <a:solidFill>
                <a:srgbClr val="FF0000"/>
              </a:solidFill>
              <a:sym typeface="+mn-ea"/>
            </a:endParaRPr>
          </a:p>
        </p:txBody>
      </p:sp>
      <p:sp>
        <p:nvSpPr>
          <p:cNvPr id="6" name="内容占位符 2"/>
          <p:cNvSpPr>
            <a:spLocks noGrp="1"/>
          </p:cNvSpPr>
          <p:nvPr/>
        </p:nvSpPr>
        <p:spPr>
          <a:xfrm>
            <a:off x="983965" y="1211301"/>
            <a:ext cx="9963667" cy="4733290"/>
          </a:xfrm>
          <a:prstGeom prst="rect">
            <a:avLst/>
          </a:prstGeo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sz="2000" dirty="0">
                <a:solidFill>
                  <a:srgbClr val="577CCE"/>
                </a:solidFill>
              </a:rPr>
              <a:t>通常，机器学习按照</a:t>
            </a:r>
            <a:r>
              <a:rPr lang="zh-CN" altLang="en-US" sz="2000" dirty="0">
                <a:solidFill>
                  <a:srgbClr val="FF0000"/>
                </a:solidFill>
              </a:rPr>
              <a:t>学习方式</a:t>
            </a:r>
            <a:r>
              <a:rPr lang="zh-CN" altLang="en-US" sz="2000" dirty="0">
                <a:solidFill>
                  <a:srgbClr val="577CCE"/>
                </a:solidFill>
              </a:rPr>
              <a:t>分类主要分为如下几种：</a:t>
            </a:r>
            <a:endParaRPr lang="en-US" altLang="zh-CN" sz="2000" dirty="0">
              <a:solidFill>
                <a:srgbClr val="577CCE"/>
              </a:solidFill>
            </a:endParaRPr>
          </a:p>
        </p:txBody>
      </p:sp>
      <p:sp>
        <p:nvSpPr>
          <p:cNvPr id="4" name="文本框 3">
            <a:extLst>
              <a:ext uri="{FF2B5EF4-FFF2-40B4-BE49-F238E27FC236}">
                <a16:creationId xmlns:a16="http://schemas.microsoft.com/office/drawing/2014/main" id="{B85C6411-4380-2504-275E-D2947CA6E978}"/>
              </a:ext>
            </a:extLst>
          </p:cNvPr>
          <p:cNvSpPr txBox="1"/>
          <p:nvPr/>
        </p:nvSpPr>
        <p:spPr>
          <a:xfrm>
            <a:off x="879673" y="1869786"/>
            <a:ext cx="10811312" cy="3416320"/>
          </a:xfrm>
          <a:prstGeom prst="rect">
            <a:avLst/>
          </a:prstGeom>
          <a:noFill/>
        </p:spPr>
        <p:txBody>
          <a:bodyPr wrap="square">
            <a:spAutoFit/>
          </a:bodyPr>
          <a:lstStyle/>
          <a:p>
            <a:pPr marL="285750" indent="-285750">
              <a:buFont typeface="Arial" panose="020B0604020202020204" pitchFamily="34" charset="0"/>
              <a:buChar char="•"/>
            </a:pPr>
            <a:r>
              <a:rPr lang="zh-CN" altLang="en-US" dirty="0">
                <a:solidFill>
                  <a:srgbClr val="577CCE"/>
                </a:solidFill>
              </a:rPr>
              <a:t>有监督学习</a:t>
            </a:r>
            <a:r>
              <a:rPr lang="zh-CN" altLang="en-US" dirty="0"/>
              <a:t>(</a:t>
            </a:r>
            <a:r>
              <a:rPr lang="zh-CN" altLang="en-US" dirty="0">
                <a:solidFill>
                  <a:srgbClr val="FF0000"/>
                </a:solidFill>
              </a:rPr>
              <a:t>Supervised Learning</a:t>
            </a:r>
            <a:r>
              <a:rPr lang="zh-CN" altLang="en-US" dirty="0"/>
              <a:t>)：通过训练有标签数据，得到模型，从而对测试数据进行标注。具体任务包括回归分析、统计分类等，包含的算法包括 k 近邻分类器(KNN)、贝叶斯分类器、支持向量机(SVM)、决策树、随机森林等。</a:t>
            </a:r>
          </a:p>
          <a:p>
            <a:pPr marL="285750" indent="-285750">
              <a:buFont typeface="Arial" panose="020B0604020202020204" pitchFamily="34" charset="0"/>
              <a:buChar char="•"/>
            </a:pPr>
            <a:endParaRPr lang="zh-CN" altLang="en-US" dirty="0"/>
          </a:p>
          <a:p>
            <a:pPr marL="285750" indent="-285750">
              <a:buFont typeface="Arial" panose="020B0604020202020204" pitchFamily="34" charset="0"/>
              <a:buChar char="•"/>
            </a:pPr>
            <a:r>
              <a:rPr lang="zh-CN" altLang="en-US" dirty="0">
                <a:solidFill>
                  <a:srgbClr val="577CCE"/>
                </a:solidFill>
              </a:rPr>
              <a:t>无监督学习</a:t>
            </a:r>
            <a:r>
              <a:rPr lang="zh-CN" altLang="en-US" dirty="0"/>
              <a:t>(</a:t>
            </a:r>
            <a:r>
              <a:rPr lang="zh-CN" altLang="en-US" dirty="0">
                <a:solidFill>
                  <a:srgbClr val="FF0000"/>
                </a:solidFill>
              </a:rPr>
              <a:t>Unsupervised Learning</a:t>
            </a:r>
            <a:r>
              <a:rPr lang="zh-CN" altLang="en-US" dirty="0"/>
              <a:t>)：针对无标签数据进行学习，以发掘数据的某种结构。具体任务包括主成分分析(PCA)、聚类、生成对抗网络(GAN)等。</a:t>
            </a:r>
          </a:p>
          <a:p>
            <a:pPr marL="285750" indent="-285750">
              <a:buFont typeface="Arial" panose="020B0604020202020204" pitchFamily="34" charset="0"/>
              <a:buChar char="•"/>
            </a:pPr>
            <a:endParaRPr lang="zh-CN" altLang="en-US" dirty="0"/>
          </a:p>
          <a:p>
            <a:pPr marL="285750" indent="-285750">
              <a:buFont typeface="Arial" panose="020B0604020202020204" pitchFamily="34" charset="0"/>
              <a:buChar char="•"/>
            </a:pPr>
            <a:r>
              <a:rPr lang="zh-CN" altLang="en-US" dirty="0">
                <a:solidFill>
                  <a:srgbClr val="577CCE"/>
                </a:solidFill>
              </a:rPr>
              <a:t>半监督学习</a:t>
            </a:r>
            <a:r>
              <a:rPr lang="zh-CN" altLang="en-US" dirty="0"/>
              <a:t>(</a:t>
            </a:r>
            <a:r>
              <a:rPr lang="zh-CN" altLang="en-US" dirty="0">
                <a:solidFill>
                  <a:srgbClr val="FF0000"/>
                </a:solidFill>
              </a:rPr>
              <a:t>Semi-supervised Learning</a:t>
            </a:r>
            <a:r>
              <a:rPr lang="zh-CN" altLang="en-US" dirty="0"/>
              <a:t>)：介于监督式与无监督式之间，训练数据集中只有部分数据有标签，还有大量数据无标签。通过对这类数据进行模型训练，使其具有类似于有监督学习进行训练的效果。</a:t>
            </a:r>
          </a:p>
          <a:p>
            <a:pPr marL="285750" indent="-285750">
              <a:buFont typeface="Arial" panose="020B0604020202020204" pitchFamily="34" charset="0"/>
              <a:buChar char="•"/>
            </a:pPr>
            <a:endParaRPr lang="zh-CN" altLang="en-US" dirty="0"/>
          </a:p>
          <a:p>
            <a:pPr marL="285750" indent="-285750">
              <a:buFont typeface="Arial" panose="020B0604020202020204" pitchFamily="34" charset="0"/>
              <a:buChar char="•"/>
            </a:pPr>
            <a:r>
              <a:rPr lang="zh-CN" altLang="en-US" dirty="0">
                <a:solidFill>
                  <a:srgbClr val="577CCE"/>
                </a:solidFill>
              </a:rPr>
              <a:t>强化学习</a:t>
            </a:r>
            <a:r>
              <a:rPr lang="zh-CN" altLang="en-US" dirty="0"/>
              <a:t>(</a:t>
            </a:r>
            <a:r>
              <a:rPr lang="zh-CN" altLang="en-US" dirty="0">
                <a:solidFill>
                  <a:srgbClr val="FF0000"/>
                </a:solidFill>
              </a:rPr>
              <a:t>Reinforcement Learning</a:t>
            </a:r>
            <a:r>
              <a:rPr lang="zh-CN" altLang="en-US" dirty="0"/>
              <a:t>)：智能体不断与环境进行交互，通过试错的方式来获得最佳策略。</a:t>
            </a:r>
          </a:p>
        </p:txBody>
      </p:sp>
    </p:spTree>
    <p:custDataLst>
      <p:tags r:id="rId1"/>
    </p:custDataLst>
    <p:extLst>
      <p:ext uri="{BB962C8B-B14F-4D97-AF65-F5344CB8AC3E}">
        <p14:creationId xmlns:p14="http://schemas.microsoft.com/office/powerpoint/2010/main" val="3137015346"/>
      </p:ext>
    </p:extLst>
  </p:cSld>
  <p:clrMapOvr>
    <a:masterClrMapping/>
  </p:clrMapOvr>
  <p:transition spd="slow">
    <p:push dir="u"/>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46200" y="443230"/>
            <a:ext cx="10344785" cy="441960"/>
          </a:xfrm>
        </p:spPr>
        <p:txBody>
          <a:bodyPr/>
          <a:lstStyle/>
          <a:p>
            <a:r>
              <a:rPr lang="en-US" sz="3200" dirty="0">
                <a:sym typeface="+mn-ea"/>
              </a:rPr>
              <a:t>1.2 </a:t>
            </a:r>
            <a:r>
              <a:rPr lang="zh-CN" altLang="en-US" sz="3200" b="1" dirty="0">
                <a:solidFill>
                  <a:srgbClr val="577CCE"/>
                </a:solidFill>
                <a:latin typeface="+mj-ea"/>
                <a:ea typeface="+mj-ea"/>
              </a:rPr>
              <a:t>模式识别与机器学习</a:t>
            </a:r>
            <a:endParaRPr sz="3200" dirty="0">
              <a:solidFill>
                <a:srgbClr val="FF0000"/>
              </a:solidFill>
              <a:sym typeface="+mn-ea"/>
            </a:endParaRPr>
          </a:p>
        </p:txBody>
      </p:sp>
      <p:sp>
        <p:nvSpPr>
          <p:cNvPr id="6" name="内容占位符 2"/>
          <p:cNvSpPr>
            <a:spLocks noGrp="1"/>
          </p:cNvSpPr>
          <p:nvPr/>
        </p:nvSpPr>
        <p:spPr>
          <a:xfrm>
            <a:off x="983965" y="1211301"/>
            <a:ext cx="9963667" cy="4733290"/>
          </a:xfrm>
          <a:prstGeom prst="rect">
            <a:avLst/>
          </a:prstGeo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sz="2000" dirty="0">
                <a:solidFill>
                  <a:srgbClr val="577CCE"/>
                </a:solidFill>
              </a:rPr>
              <a:t>相关课程重点：</a:t>
            </a:r>
            <a:endParaRPr lang="en-US" altLang="zh-CN" sz="2000" dirty="0">
              <a:solidFill>
                <a:srgbClr val="577CCE"/>
              </a:solidFill>
            </a:endParaRPr>
          </a:p>
        </p:txBody>
      </p:sp>
      <p:sp>
        <p:nvSpPr>
          <p:cNvPr id="4" name="文本框 3">
            <a:extLst>
              <a:ext uri="{FF2B5EF4-FFF2-40B4-BE49-F238E27FC236}">
                <a16:creationId xmlns:a16="http://schemas.microsoft.com/office/drawing/2014/main" id="{B85C6411-4380-2504-275E-D2947CA6E978}"/>
              </a:ext>
            </a:extLst>
          </p:cNvPr>
          <p:cNvSpPr txBox="1"/>
          <p:nvPr/>
        </p:nvSpPr>
        <p:spPr>
          <a:xfrm>
            <a:off x="879673" y="1869786"/>
            <a:ext cx="10811312" cy="2554545"/>
          </a:xfrm>
          <a:prstGeom prst="rect">
            <a:avLst/>
          </a:prstGeom>
          <a:noFill/>
        </p:spPr>
        <p:txBody>
          <a:bodyPr wrap="square">
            <a:spAutoFit/>
          </a:bodyPr>
          <a:lstStyle/>
          <a:p>
            <a:pPr marL="285750" indent="-285750">
              <a:buFont typeface="Arial" panose="020B0604020202020204" pitchFamily="34" charset="0"/>
              <a:buChar char="•"/>
            </a:pPr>
            <a:r>
              <a:rPr lang="zh-CN" altLang="en-US" sz="2000" dirty="0">
                <a:solidFill>
                  <a:srgbClr val="577CCE"/>
                </a:solidFill>
              </a:rPr>
              <a:t>第</a:t>
            </a:r>
            <a:r>
              <a:rPr lang="en-US" altLang="zh-CN" sz="2000" dirty="0">
                <a:solidFill>
                  <a:srgbClr val="577CCE"/>
                </a:solidFill>
              </a:rPr>
              <a:t>3</a:t>
            </a:r>
            <a:r>
              <a:rPr lang="zh-CN" altLang="en-US" sz="2000" dirty="0">
                <a:solidFill>
                  <a:srgbClr val="577CCE"/>
                </a:solidFill>
              </a:rPr>
              <a:t>章：</a:t>
            </a:r>
            <a:r>
              <a:rPr lang="zh-CN" altLang="en-US" sz="2000" dirty="0"/>
              <a:t>重点论述基于机器学习开源软件包 </a:t>
            </a:r>
            <a:r>
              <a:rPr lang="en-US" altLang="zh-CN" sz="2000" dirty="0" err="1">
                <a:solidFill>
                  <a:srgbClr val="FF0000"/>
                </a:solidFill>
              </a:rPr>
              <a:t>Sklearn</a:t>
            </a:r>
            <a:r>
              <a:rPr lang="en-US" altLang="zh-CN" sz="2000" dirty="0">
                <a:solidFill>
                  <a:srgbClr val="FF0000"/>
                </a:solidFill>
              </a:rPr>
              <a:t> </a:t>
            </a:r>
            <a:r>
              <a:rPr lang="zh-CN" altLang="en-US" sz="2000" dirty="0"/>
              <a:t>在</a:t>
            </a:r>
            <a:r>
              <a:rPr lang="zh-CN" altLang="en-US" sz="2000" dirty="0">
                <a:solidFill>
                  <a:srgbClr val="FF0000"/>
                </a:solidFill>
              </a:rPr>
              <a:t>线性回归</a:t>
            </a:r>
            <a:r>
              <a:rPr lang="zh-CN" altLang="en-US" sz="2000" dirty="0"/>
              <a:t>、</a:t>
            </a:r>
            <a:r>
              <a:rPr lang="zh-CN" altLang="en-US" sz="2000" dirty="0">
                <a:solidFill>
                  <a:srgbClr val="FF0000"/>
                </a:solidFill>
              </a:rPr>
              <a:t>逻辑回归</a:t>
            </a:r>
            <a:r>
              <a:rPr lang="zh-CN" altLang="en-US" sz="2000" dirty="0"/>
              <a:t>、</a:t>
            </a:r>
            <a:r>
              <a:rPr lang="zh-CN" altLang="en-US" sz="2000" dirty="0">
                <a:solidFill>
                  <a:srgbClr val="FF0000"/>
                </a:solidFill>
              </a:rPr>
              <a:t>无监督学习</a:t>
            </a:r>
            <a:r>
              <a:rPr lang="zh-CN" altLang="en-US" sz="2000" dirty="0"/>
              <a:t>、</a:t>
            </a:r>
            <a:r>
              <a:rPr lang="zh-CN" altLang="en-US" sz="2000" dirty="0">
                <a:solidFill>
                  <a:srgbClr val="FF0000"/>
                </a:solidFill>
              </a:rPr>
              <a:t>半监督学习</a:t>
            </a:r>
            <a:r>
              <a:rPr lang="zh-CN" altLang="en-US" sz="2000" dirty="0"/>
              <a:t>等任务上的实战。</a:t>
            </a:r>
          </a:p>
          <a:p>
            <a:pPr marL="285750" indent="-285750">
              <a:buFont typeface="Arial" panose="020B0604020202020204" pitchFamily="34" charset="0"/>
              <a:buChar char="•"/>
            </a:pPr>
            <a:endParaRPr lang="zh-CN" altLang="en-US" sz="2000" dirty="0">
              <a:solidFill>
                <a:srgbClr val="577CCE"/>
              </a:solidFill>
            </a:endParaRPr>
          </a:p>
          <a:p>
            <a:pPr marL="285750" indent="-285750">
              <a:buFont typeface="Arial" panose="020B0604020202020204" pitchFamily="34" charset="0"/>
              <a:buChar char="•"/>
            </a:pPr>
            <a:r>
              <a:rPr lang="zh-CN" altLang="en-US" sz="2000" dirty="0">
                <a:solidFill>
                  <a:srgbClr val="577CCE"/>
                </a:solidFill>
              </a:rPr>
              <a:t>第</a:t>
            </a:r>
            <a:r>
              <a:rPr lang="en-US" altLang="zh-CN" sz="2000" dirty="0">
                <a:solidFill>
                  <a:srgbClr val="577CCE"/>
                </a:solidFill>
              </a:rPr>
              <a:t>4</a:t>
            </a:r>
            <a:r>
              <a:rPr lang="zh-CN" altLang="en-US" sz="2000" dirty="0">
                <a:solidFill>
                  <a:srgbClr val="577CCE"/>
                </a:solidFill>
              </a:rPr>
              <a:t>章：</a:t>
            </a:r>
            <a:r>
              <a:rPr lang="zh-CN" altLang="en-US" sz="2000" dirty="0"/>
              <a:t>论述</a:t>
            </a:r>
            <a:r>
              <a:rPr lang="zh-CN" altLang="en-US" sz="2000" dirty="0">
                <a:solidFill>
                  <a:srgbClr val="FF0000"/>
                </a:solidFill>
              </a:rPr>
              <a:t>深度神经网络</a:t>
            </a:r>
            <a:r>
              <a:rPr lang="zh-CN" altLang="en-US" sz="2000" dirty="0"/>
              <a:t>基本概念和常见深度学习框架。</a:t>
            </a:r>
          </a:p>
          <a:p>
            <a:pPr marL="285750" indent="-285750">
              <a:buFont typeface="Arial" panose="020B0604020202020204" pitchFamily="34" charset="0"/>
              <a:buChar char="•"/>
            </a:pPr>
            <a:endParaRPr lang="zh-CN" altLang="en-US" sz="2000" dirty="0">
              <a:solidFill>
                <a:srgbClr val="577CCE"/>
              </a:solidFill>
            </a:endParaRPr>
          </a:p>
          <a:p>
            <a:pPr marL="285750" indent="-285750">
              <a:buFont typeface="Arial" panose="020B0604020202020204" pitchFamily="34" charset="0"/>
              <a:buChar char="•"/>
            </a:pPr>
            <a:r>
              <a:rPr lang="zh-CN" altLang="en-US" sz="2000" dirty="0">
                <a:solidFill>
                  <a:srgbClr val="577CCE"/>
                </a:solidFill>
              </a:rPr>
              <a:t>第</a:t>
            </a:r>
            <a:r>
              <a:rPr lang="en-US" altLang="zh-CN" sz="2000" dirty="0">
                <a:solidFill>
                  <a:srgbClr val="577CCE"/>
                </a:solidFill>
              </a:rPr>
              <a:t>5</a:t>
            </a:r>
            <a:r>
              <a:rPr lang="zh-CN" altLang="en-US" sz="2000" dirty="0">
                <a:solidFill>
                  <a:srgbClr val="577CCE"/>
                </a:solidFill>
              </a:rPr>
              <a:t>章：</a:t>
            </a:r>
            <a:r>
              <a:rPr lang="zh-CN" altLang="en-US" sz="2000" dirty="0"/>
              <a:t>重点介绍 </a:t>
            </a:r>
            <a:r>
              <a:rPr lang="en-US" altLang="zh-CN" sz="2000" dirty="0" err="1">
                <a:solidFill>
                  <a:srgbClr val="FF0000"/>
                </a:solidFill>
              </a:rPr>
              <a:t>PyTorch</a:t>
            </a:r>
            <a:r>
              <a:rPr lang="en-US" altLang="zh-CN" sz="2000" dirty="0"/>
              <a:t> </a:t>
            </a:r>
            <a:r>
              <a:rPr lang="zh-CN" altLang="en-US" sz="2000" dirty="0"/>
              <a:t>深度学习框架。</a:t>
            </a:r>
          </a:p>
          <a:p>
            <a:pPr marL="285750" indent="-285750">
              <a:buFont typeface="Arial" panose="020B0604020202020204" pitchFamily="34" charset="0"/>
              <a:buChar char="•"/>
            </a:pPr>
            <a:endParaRPr lang="zh-CN" altLang="en-US" sz="2000" dirty="0">
              <a:solidFill>
                <a:srgbClr val="577CCE"/>
              </a:solidFill>
            </a:endParaRPr>
          </a:p>
          <a:p>
            <a:pPr marL="285750" indent="-285750">
              <a:buFont typeface="Arial" panose="020B0604020202020204" pitchFamily="34" charset="0"/>
              <a:buChar char="•"/>
            </a:pPr>
            <a:r>
              <a:rPr lang="zh-CN" altLang="en-US" sz="2000" dirty="0">
                <a:solidFill>
                  <a:srgbClr val="577CCE"/>
                </a:solidFill>
              </a:rPr>
              <a:t>第</a:t>
            </a:r>
            <a:r>
              <a:rPr lang="en-US" altLang="zh-CN" sz="2000" dirty="0">
                <a:solidFill>
                  <a:srgbClr val="577CCE"/>
                </a:solidFill>
              </a:rPr>
              <a:t>6-8</a:t>
            </a:r>
            <a:r>
              <a:rPr lang="zh-CN" altLang="en-US" sz="2000" dirty="0">
                <a:solidFill>
                  <a:srgbClr val="577CCE"/>
                </a:solidFill>
              </a:rPr>
              <a:t>章：</a:t>
            </a:r>
            <a:r>
              <a:rPr lang="zh-CN" altLang="en-US" sz="2000" dirty="0"/>
              <a:t>分别介绍 </a:t>
            </a:r>
            <a:r>
              <a:rPr lang="en-US" altLang="zh-CN" sz="2000" dirty="0" err="1">
                <a:solidFill>
                  <a:srgbClr val="FF0000"/>
                </a:solidFill>
              </a:rPr>
              <a:t>PyTorch</a:t>
            </a:r>
            <a:r>
              <a:rPr lang="en-US" altLang="zh-CN" sz="2000" dirty="0"/>
              <a:t> </a:t>
            </a:r>
            <a:r>
              <a:rPr lang="zh-CN" altLang="en-US" sz="2000" dirty="0"/>
              <a:t>在</a:t>
            </a:r>
            <a:r>
              <a:rPr lang="zh-CN" altLang="en-US" sz="2000" dirty="0">
                <a:solidFill>
                  <a:srgbClr val="FF0000"/>
                </a:solidFill>
              </a:rPr>
              <a:t>计算机视觉</a:t>
            </a:r>
            <a:r>
              <a:rPr lang="zh-CN" altLang="en-US" sz="2000" dirty="0"/>
              <a:t>、</a:t>
            </a:r>
            <a:r>
              <a:rPr lang="zh-CN" altLang="en-US" sz="2000" dirty="0">
                <a:solidFill>
                  <a:srgbClr val="FF0000"/>
                </a:solidFill>
              </a:rPr>
              <a:t>自然语言处理</a:t>
            </a:r>
            <a:r>
              <a:rPr lang="zh-CN" altLang="en-US" sz="2000" dirty="0"/>
              <a:t>及</a:t>
            </a:r>
            <a:r>
              <a:rPr lang="zh-CN" altLang="en-US" sz="2000" dirty="0">
                <a:solidFill>
                  <a:srgbClr val="FF0000"/>
                </a:solidFill>
              </a:rPr>
              <a:t>语音信号处理</a:t>
            </a:r>
            <a:r>
              <a:rPr lang="zh-CN" altLang="en-US" sz="2000" dirty="0"/>
              <a:t>方面的实战。</a:t>
            </a:r>
          </a:p>
        </p:txBody>
      </p:sp>
    </p:spTree>
    <p:custDataLst>
      <p:tags r:id="rId1"/>
    </p:custDataLst>
    <p:extLst>
      <p:ext uri="{BB962C8B-B14F-4D97-AF65-F5344CB8AC3E}">
        <p14:creationId xmlns:p14="http://schemas.microsoft.com/office/powerpoint/2010/main" val="4119648397"/>
      </p:ext>
    </p:extLst>
  </p:cSld>
  <p:clrMapOvr>
    <a:masterClrMapping/>
  </p:clrMapOvr>
  <p:transition spd="slow">
    <p:push dir="u"/>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46200" y="443230"/>
            <a:ext cx="10344785" cy="441960"/>
          </a:xfrm>
        </p:spPr>
        <p:txBody>
          <a:bodyPr/>
          <a:lstStyle/>
          <a:p>
            <a:r>
              <a:rPr lang="en-US" sz="3200" dirty="0">
                <a:sym typeface="+mn-ea"/>
              </a:rPr>
              <a:t>1.3 </a:t>
            </a:r>
            <a:r>
              <a:rPr lang="zh-CN" altLang="en-US" sz="3200" b="1" dirty="0">
                <a:solidFill>
                  <a:srgbClr val="577CCE"/>
                </a:solidFill>
                <a:latin typeface="+mj-ea"/>
                <a:ea typeface="+mj-ea"/>
              </a:rPr>
              <a:t>机器学习工作包及深度学习框架</a:t>
            </a:r>
            <a:endParaRPr sz="3200" dirty="0">
              <a:solidFill>
                <a:srgbClr val="FF0000"/>
              </a:solidFill>
              <a:sym typeface="+mn-ea"/>
            </a:endParaRPr>
          </a:p>
        </p:txBody>
      </p:sp>
      <p:sp>
        <p:nvSpPr>
          <p:cNvPr id="3" name="内容占位符 2">
            <a:extLst>
              <a:ext uri="{FF2B5EF4-FFF2-40B4-BE49-F238E27FC236}">
                <a16:creationId xmlns:a16="http://schemas.microsoft.com/office/drawing/2014/main" id="{15DB4EFB-EE99-6C01-047B-6FD8ACD3ED83}"/>
              </a:ext>
            </a:extLst>
          </p:cNvPr>
          <p:cNvSpPr>
            <a:spLocks noGrp="1"/>
          </p:cNvSpPr>
          <p:nvPr/>
        </p:nvSpPr>
        <p:spPr>
          <a:xfrm>
            <a:off x="968057" y="1366577"/>
            <a:ext cx="10255885" cy="4733290"/>
          </a:xfrm>
          <a:prstGeom prst="rect">
            <a:avLst/>
          </a:prstGeo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sz="1800" dirty="0"/>
              <a:t>当前研究人工智能算法的方法，即通过编程语言编写程序，模拟人的智能行为，如判别样本类别和实时视频中跟踪目标。</a:t>
            </a:r>
            <a:endParaRPr lang="en-US" altLang="zh-CN" sz="1800" dirty="0"/>
          </a:p>
          <a:p>
            <a:pPr marL="0" indent="0">
              <a:buNone/>
            </a:pPr>
            <a:r>
              <a:rPr lang="zh-CN" altLang="en-US" sz="1800" dirty="0"/>
              <a:t>各种编程语言种类繁多，但对于人工智能应用来说，由于需要和诸如</a:t>
            </a:r>
            <a:r>
              <a:rPr lang="en-US" altLang="zh-CN" sz="1800" dirty="0"/>
              <a:t>GPU</a:t>
            </a:r>
            <a:r>
              <a:rPr lang="zh-CN" altLang="en-US" sz="1800" dirty="0"/>
              <a:t>、</a:t>
            </a:r>
            <a:r>
              <a:rPr lang="en-US" altLang="zh-CN" sz="1800" dirty="0"/>
              <a:t>AI</a:t>
            </a:r>
            <a:r>
              <a:rPr lang="zh-CN" altLang="en-US" sz="1800" dirty="0"/>
              <a:t>芯片等硬件进行直接交互，通常使用</a:t>
            </a:r>
            <a:r>
              <a:rPr lang="en-US" altLang="zh-CN" sz="1800" dirty="0"/>
              <a:t>C/C++</a:t>
            </a:r>
            <a:r>
              <a:rPr lang="zh-CN" altLang="en-US" sz="1800" dirty="0"/>
              <a:t>语言编写相应的处理模块。</a:t>
            </a:r>
            <a:r>
              <a:rPr lang="en-US" altLang="zh-CN" sz="1800" dirty="0">
                <a:solidFill>
                  <a:srgbClr val="FF0000"/>
                </a:solidFill>
              </a:rPr>
              <a:t>Python</a:t>
            </a:r>
            <a:r>
              <a:rPr lang="zh-CN" altLang="en-US" sz="1800" dirty="0">
                <a:solidFill>
                  <a:srgbClr val="FF0000"/>
                </a:solidFill>
              </a:rPr>
              <a:t>语言</a:t>
            </a:r>
            <a:r>
              <a:rPr lang="zh-CN" altLang="en-US" sz="1800" dirty="0"/>
              <a:t>因其良好的</a:t>
            </a:r>
            <a:r>
              <a:rPr lang="en-US" altLang="zh-CN" sz="1800" dirty="0"/>
              <a:t>C/C++</a:t>
            </a:r>
            <a:r>
              <a:rPr lang="zh-CN" altLang="en-US" sz="1800" dirty="0"/>
              <a:t>跨语言接口、科学计算库、简单高效的编程方式等特点，已成为人工智能应用进行训练和开发的</a:t>
            </a:r>
            <a:r>
              <a:rPr lang="zh-CN" altLang="en-US" sz="1800" dirty="0">
                <a:solidFill>
                  <a:srgbClr val="FF0000"/>
                </a:solidFill>
              </a:rPr>
              <a:t>首选语言</a:t>
            </a:r>
            <a:r>
              <a:rPr lang="zh-CN" altLang="en-US" sz="1800" dirty="0"/>
              <a:t>。</a:t>
            </a:r>
            <a:endParaRPr lang="en-US" altLang="zh-CN" sz="1800" dirty="0"/>
          </a:p>
          <a:p>
            <a:pPr marL="0" indent="0">
              <a:buNone/>
            </a:pPr>
            <a:r>
              <a:rPr lang="zh-CN" altLang="en-US" sz="2000" b="1" dirty="0">
                <a:solidFill>
                  <a:srgbClr val="577CCE"/>
                </a:solidFill>
              </a:rPr>
              <a:t>下面针对一些常用的工具包进行简要介绍。</a:t>
            </a:r>
          </a:p>
        </p:txBody>
      </p:sp>
    </p:spTree>
    <p:custDataLst>
      <p:tags r:id="rId1"/>
    </p:custDataLst>
    <p:extLst>
      <p:ext uri="{BB962C8B-B14F-4D97-AF65-F5344CB8AC3E}">
        <p14:creationId xmlns:p14="http://schemas.microsoft.com/office/powerpoint/2010/main" val="3171196053"/>
      </p:ext>
    </p:extLst>
  </p:cSld>
  <p:clrMapOvr>
    <a:masterClrMapping/>
  </p:clrMapOvr>
  <p:transition spd="slow">
    <p:push dir="u"/>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46200" y="443230"/>
            <a:ext cx="10344785" cy="441960"/>
          </a:xfrm>
        </p:spPr>
        <p:txBody>
          <a:bodyPr/>
          <a:lstStyle/>
          <a:p>
            <a:r>
              <a:rPr lang="en-US" sz="3200" dirty="0">
                <a:sym typeface="+mn-ea"/>
              </a:rPr>
              <a:t>1.3 </a:t>
            </a:r>
            <a:r>
              <a:rPr lang="zh-CN" altLang="en-US" sz="3200" b="1" dirty="0">
                <a:solidFill>
                  <a:srgbClr val="577CCE"/>
                </a:solidFill>
                <a:latin typeface="+mj-ea"/>
                <a:ea typeface="+mj-ea"/>
              </a:rPr>
              <a:t>机器学习工作包及深度学习框架</a:t>
            </a:r>
            <a:endParaRPr sz="3200" dirty="0">
              <a:solidFill>
                <a:srgbClr val="FF0000"/>
              </a:solidFill>
              <a:sym typeface="+mn-ea"/>
            </a:endParaRPr>
          </a:p>
        </p:txBody>
      </p:sp>
      <p:sp>
        <p:nvSpPr>
          <p:cNvPr id="3" name="内容占位符 2">
            <a:extLst>
              <a:ext uri="{FF2B5EF4-FFF2-40B4-BE49-F238E27FC236}">
                <a16:creationId xmlns:a16="http://schemas.microsoft.com/office/drawing/2014/main" id="{15DB4EFB-EE99-6C01-047B-6FD8ACD3ED83}"/>
              </a:ext>
            </a:extLst>
          </p:cNvPr>
          <p:cNvSpPr>
            <a:spLocks noGrp="1"/>
          </p:cNvSpPr>
          <p:nvPr/>
        </p:nvSpPr>
        <p:spPr>
          <a:xfrm>
            <a:off x="968057" y="1366577"/>
            <a:ext cx="10810086" cy="4733290"/>
          </a:xfrm>
          <a:prstGeom prst="rect">
            <a:avLst/>
          </a:prstGeo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l">
              <a:buNone/>
            </a:pPr>
            <a:r>
              <a:rPr lang="en-US" altLang="zh-CN" sz="2000" b="0" i="0" dirty="0">
                <a:solidFill>
                  <a:srgbClr val="577CCE"/>
                </a:solidFill>
                <a:effectLst/>
                <a:latin typeface="-apple-system"/>
              </a:rPr>
              <a:t>(1) </a:t>
            </a:r>
            <a:r>
              <a:rPr lang="zh-CN" altLang="en-US" sz="2000" b="0" i="0" dirty="0">
                <a:solidFill>
                  <a:srgbClr val="577CCE"/>
                </a:solidFill>
                <a:effectLst/>
                <a:latin typeface="-apple-system"/>
              </a:rPr>
              <a:t>数值计算库</a:t>
            </a:r>
            <a:r>
              <a:rPr lang="en-US" altLang="zh-CN" sz="2000" b="0" i="0" dirty="0" err="1">
                <a:solidFill>
                  <a:srgbClr val="577CCE"/>
                </a:solidFill>
                <a:effectLst/>
                <a:latin typeface="-apple-system"/>
              </a:rPr>
              <a:t>Numpy</a:t>
            </a:r>
            <a:endParaRPr lang="en-US" altLang="zh-CN" sz="2000" b="0" i="0" dirty="0">
              <a:solidFill>
                <a:srgbClr val="577CCE"/>
              </a:solidFill>
              <a:effectLst/>
              <a:latin typeface="-apple-system"/>
            </a:endParaRPr>
          </a:p>
          <a:p>
            <a:pPr marL="0" indent="0" algn="l">
              <a:buNone/>
            </a:pPr>
            <a:r>
              <a:rPr lang="en-US" altLang="zh-CN" sz="2000" b="0" i="0" dirty="0" err="1">
                <a:solidFill>
                  <a:srgbClr val="050E17"/>
                </a:solidFill>
                <a:effectLst/>
                <a:latin typeface="-apple-system"/>
              </a:rPr>
              <a:t>Numpy</a:t>
            </a:r>
            <a:r>
              <a:rPr lang="en-US" altLang="zh-CN" sz="2000" b="0" i="0" dirty="0">
                <a:solidFill>
                  <a:srgbClr val="050E17"/>
                </a:solidFill>
                <a:effectLst/>
                <a:latin typeface="-apple-system"/>
              </a:rPr>
              <a:t> (Numerical Python) </a:t>
            </a:r>
            <a:r>
              <a:rPr lang="zh-CN" altLang="en-US" sz="2000" b="0" i="0" dirty="0">
                <a:solidFill>
                  <a:srgbClr val="050E17"/>
                </a:solidFill>
                <a:effectLst/>
                <a:latin typeface="-apple-system"/>
              </a:rPr>
              <a:t>是</a:t>
            </a:r>
            <a:r>
              <a:rPr lang="en-US" altLang="zh-CN" sz="2000" b="0" i="0" dirty="0">
                <a:solidFill>
                  <a:srgbClr val="050E17"/>
                </a:solidFill>
                <a:effectLst/>
                <a:latin typeface="-apple-system"/>
              </a:rPr>
              <a:t>Python</a:t>
            </a:r>
            <a:r>
              <a:rPr lang="zh-CN" altLang="en-US" sz="2000" b="0" i="0" dirty="0">
                <a:solidFill>
                  <a:srgbClr val="050E17"/>
                </a:solidFill>
                <a:effectLst/>
                <a:latin typeface="-apple-system"/>
              </a:rPr>
              <a:t>语言的一个扩展程序库，支持高维数组和矩阵快速运算，并提供大量的数学函数库。</a:t>
            </a:r>
            <a:r>
              <a:rPr lang="en-US" altLang="zh-CN" sz="2000" b="0" i="0" dirty="0" err="1">
                <a:solidFill>
                  <a:srgbClr val="050E17"/>
                </a:solidFill>
                <a:effectLst/>
                <a:latin typeface="-apple-system"/>
              </a:rPr>
              <a:t>Numpy</a:t>
            </a:r>
            <a:r>
              <a:rPr lang="zh-CN" altLang="en-US" sz="2000" b="0" i="0" dirty="0">
                <a:solidFill>
                  <a:srgbClr val="050E17"/>
                </a:solidFill>
                <a:effectLst/>
                <a:latin typeface="-apple-system"/>
              </a:rPr>
              <a:t>诞生于</a:t>
            </a:r>
            <a:r>
              <a:rPr lang="en-US" altLang="zh-CN" sz="2000" b="0" i="0" dirty="0">
                <a:solidFill>
                  <a:srgbClr val="050E17"/>
                </a:solidFill>
                <a:effectLst/>
                <a:latin typeface="-apple-system"/>
              </a:rPr>
              <a:t>2005</a:t>
            </a:r>
            <a:r>
              <a:rPr lang="zh-CN" altLang="en-US" sz="2000" b="0" i="0" dirty="0">
                <a:solidFill>
                  <a:srgbClr val="050E17"/>
                </a:solidFill>
                <a:effectLst/>
                <a:latin typeface="-apple-system"/>
              </a:rPr>
              <a:t>年，由</a:t>
            </a:r>
            <a:r>
              <a:rPr lang="en-US" altLang="zh-CN" sz="2000" b="0" i="0" dirty="0">
                <a:solidFill>
                  <a:srgbClr val="050E17"/>
                </a:solidFill>
                <a:effectLst/>
                <a:latin typeface="-apple-system"/>
              </a:rPr>
              <a:t>Travis Oliphant</a:t>
            </a:r>
            <a:r>
              <a:rPr lang="zh-CN" altLang="en-US" sz="2000" b="0" i="0" dirty="0">
                <a:solidFill>
                  <a:srgbClr val="050E17"/>
                </a:solidFill>
                <a:effectLst/>
                <a:latin typeface="-apple-system"/>
              </a:rPr>
              <a:t>在</a:t>
            </a:r>
            <a:r>
              <a:rPr lang="en-US" altLang="zh-CN" sz="2000" b="0" i="0" dirty="0">
                <a:solidFill>
                  <a:srgbClr val="050E17"/>
                </a:solidFill>
                <a:effectLst/>
                <a:latin typeface="-apple-system"/>
              </a:rPr>
              <a:t>Numeric</a:t>
            </a:r>
            <a:r>
              <a:rPr lang="zh-CN" altLang="en-US" sz="2000" b="0" i="0" dirty="0">
                <a:solidFill>
                  <a:srgbClr val="050E17"/>
                </a:solidFill>
                <a:effectLst/>
                <a:latin typeface="-apple-system"/>
              </a:rPr>
              <a:t>程序库基础上结合程序库</a:t>
            </a:r>
            <a:r>
              <a:rPr lang="en-US" altLang="zh-CN" sz="2000" b="0" i="0" dirty="0" err="1">
                <a:solidFill>
                  <a:srgbClr val="050E17"/>
                </a:solidFill>
                <a:effectLst/>
                <a:latin typeface="-apple-system"/>
              </a:rPr>
              <a:t>Numarray</a:t>
            </a:r>
            <a:r>
              <a:rPr lang="zh-CN" altLang="en-US" sz="2000" b="0" i="0" dirty="0">
                <a:solidFill>
                  <a:srgbClr val="050E17"/>
                </a:solidFill>
                <a:effectLst/>
                <a:latin typeface="-apple-system"/>
              </a:rPr>
              <a:t>的特点，并加入其他扩展开发而来。</a:t>
            </a:r>
            <a:r>
              <a:rPr lang="en-US" altLang="zh-CN" sz="2000" b="0" i="0" dirty="0" err="1">
                <a:solidFill>
                  <a:srgbClr val="050E17"/>
                </a:solidFill>
                <a:effectLst/>
                <a:latin typeface="-apple-system"/>
              </a:rPr>
              <a:t>Numpy</a:t>
            </a:r>
            <a:r>
              <a:rPr lang="zh-CN" altLang="en-US" sz="2000" b="0" i="0" dirty="0">
                <a:solidFill>
                  <a:srgbClr val="050E17"/>
                </a:solidFill>
                <a:effectLst/>
                <a:latin typeface="-apple-system"/>
              </a:rPr>
              <a:t>内置了并行运算功能，在某些计算时可以利用系统多核进行自动并行计算。其底层使用</a:t>
            </a:r>
            <a:r>
              <a:rPr lang="en-US" altLang="zh-CN" sz="2000" b="0" i="0" dirty="0">
                <a:solidFill>
                  <a:srgbClr val="050E17"/>
                </a:solidFill>
                <a:effectLst/>
                <a:latin typeface="-apple-system"/>
              </a:rPr>
              <a:t>C</a:t>
            </a:r>
            <a:r>
              <a:rPr lang="zh-CN" altLang="en-US" sz="2000" b="0" i="0" dirty="0">
                <a:solidFill>
                  <a:srgbClr val="050E17"/>
                </a:solidFill>
                <a:effectLst/>
                <a:latin typeface="-apple-system"/>
              </a:rPr>
              <a:t>语言编写，数组中直接存储对象，而不是存储对象指针，因此其</a:t>
            </a:r>
            <a:r>
              <a:rPr lang="zh-CN" altLang="en-US" sz="2000" b="0" i="0" dirty="0">
                <a:solidFill>
                  <a:srgbClr val="FF0000"/>
                </a:solidFill>
                <a:effectLst/>
                <a:latin typeface="-apple-system"/>
              </a:rPr>
              <a:t>运算效率远高于纯</a:t>
            </a:r>
            <a:r>
              <a:rPr lang="en-US" altLang="zh-CN" sz="2000" b="0" i="0" dirty="0">
                <a:solidFill>
                  <a:srgbClr val="FF0000"/>
                </a:solidFill>
                <a:effectLst/>
                <a:latin typeface="-apple-system"/>
              </a:rPr>
              <a:t>Python</a:t>
            </a:r>
            <a:r>
              <a:rPr lang="zh-CN" altLang="en-US" sz="2000" b="0" i="0" dirty="0">
                <a:solidFill>
                  <a:srgbClr val="FF0000"/>
                </a:solidFill>
                <a:effectLst/>
                <a:latin typeface="-apple-system"/>
              </a:rPr>
              <a:t>代码</a:t>
            </a:r>
            <a:r>
              <a:rPr lang="zh-CN" altLang="en-US" sz="2000" b="0" i="0" dirty="0">
                <a:solidFill>
                  <a:srgbClr val="050E17"/>
                </a:solidFill>
                <a:effectLst/>
                <a:latin typeface="-apple-system"/>
              </a:rPr>
              <a:t>。</a:t>
            </a:r>
          </a:p>
          <a:p>
            <a:pPr marL="0" indent="0" algn="l">
              <a:buNone/>
            </a:pPr>
            <a:r>
              <a:rPr lang="en-US" altLang="zh-CN" sz="2000" b="0" i="0" dirty="0">
                <a:solidFill>
                  <a:srgbClr val="577CCE"/>
                </a:solidFill>
                <a:effectLst/>
                <a:latin typeface="-apple-system"/>
              </a:rPr>
              <a:t>(2) </a:t>
            </a:r>
            <a:r>
              <a:rPr lang="zh-CN" altLang="en-US" sz="2000" b="0" i="0" dirty="0">
                <a:solidFill>
                  <a:srgbClr val="577CCE"/>
                </a:solidFill>
                <a:effectLst/>
                <a:latin typeface="-apple-system"/>
              </a:rPr>
              <a:t>数据分析和处理库</a:t>
            </a:r>
            <a:r>
              <a:rPr lang="en-US" altLang="zh-CN" sz="2000" b="0" i="0" dirty="0">
                <a:solidFill>
                  <a:srgbClr val="577CCE"/>
                </a:solidFill>
                <a:effectLst/>
                <a:latin typeface="-apple-system"/>
              </a:rPr>
              <a:t>Pandas</a:t>
            </a:r>
          </a:p>
          <a:p>
            <a:pPr marL="0" indent="0" algn="l">
              <a:buNone/>
            </a:pPr>
            <a:r>
              <a:rPr lang="en-US" altLang="zh-CN" sz="2000" b="0" i="0" dirty="0">
                <a:solidFill>
                  <a:srgbClr val="050E17"/>
                </a:solidFill>
                <a:effectLst/>
                <a:latin typeface="-apple-system"/>
              </a:rPr>
              <a:t>Pandas</a:t>
            </a:r>
            <a:r>
              <a:rPr lang="zh-CN" altLang="en-US" sz="2000" b="0" i="0" dirty="0">
                <a:solidFill>
                  <a:srgbClr val="050E17"/>
                </a:solidFill>
                <a:effectLst/>
                <a:latin typeface="-apple-system"/>
              </a:rPr>
              <a:t>的名称来自于面板数据</a:t>
            </a:r>
            <a:r>
              <a:rPr lang="en-US" altLang="zh-CN" sz="2000" b="0" i="0" dirty="0">
                <a:solidFill>
                  <a:srgbClr val="050E17"/>
                </a:solidFill>
                <a:effectLst/>
                <a:latin typeface="-apple-system"/>
              </a:rPr>
              <a:t>(Panel Data)</a:t>
            </a:r>
            <a:r>
              <a:rPr lang="zh-CN" altLang="en-US" sz="2000" b="0" i="0" dirty="0">
                <a:solidFill>
                  <a:srgbClr val="050E17"/>
                </a:solidFill>
                <a:effectLst/>
                <a:latin typeface="-apple-system"/>
              </a:rPr>
              <a:t>和数据分析</a:t>
            </a:r>
            <a:r>
              <a:rPr lang="en-US" altLang="zh-CN" sz="2000" b="0" i="0" dirty="0">
                <a:solidFill>
                  <a:srgbClr val="050E17"/>
                </a:solidFill>
                <a:effectLst/>
                <a:latin typeface="-apple-system"/>
              </a:rPr>
              <a:t>(Data Analysis)</a:t>
            </a:r>
            <a:r>
              <a:rPr lang="zh-CN" altLang="en-US" sz="2000" b="0" i="0" dirty="0">
                <a:solidFill>
                  <a:srgbClr val="050E17"/>
                </a:solidFill>
                <a:effectLst/>
                <a:latin typeface="-apple-system"/>
              </a:rPr>
              <a:t>，是基于</a:t>
            </a:r>
            <a:r>
              <a:rPr lang="en-US" altLang="zh-CN" sz="2000" b="0" i="0" dirty="0" err="1">
                <a:solidFill>
                  <a:srgbClr val="050E17"/>
                </a:solidFill>
                <a:effectLst/>
                <a:latin typeface="-apple-system"/>
              </a:rPr>
              <a:t>Numpy</a:t>
            </a:r>
            <a:r>
              <a:rPr lang="zh-CN" altLang="en-US" sz="2000" b="0" i="0" dirty="0">
                <a:solidFill>
                  <a:srgbClr val="050E17"/>
                </a:solidFill>
                <a:effectLst/>
                <a:latin typeface="-apple-system"/>
              </a:rPr>
              <a:t>的</a:t>
            </a:r>
            <a:r>
              <a:rPr lang="en-US" altLang="zh-CN" sz="2000" b="0" i="0" dirty="0">
                <a:solidFill>
                  <a:srgbClr val="050E17"/>
                </a:solidFill>
                <a:effectLst/>
                <a:latin typeface="-apple-system"/>
              </a:rPr>
              <a:t>Python</a:t>
            </a:r>
            <a:r>
              <a:rPr lang="zh-CN" altLang="en-US" sz="2000" b="0" i="0" dirty="0">
                <a:solidFill>
                  <a:srgbClr val="050E17"/>
                </a:solidFill>
                <a:effectLst/>
                <a:latin typeface="-apple-system"/>
              </a:rPr>
              <a:t>数据分析工具包，于</a:t>
            </a:r>
            <a:r>
              <a:rPr lang="en-US" altLang="zh-CN" sz="2000" b="0" i="0" dirty="0">
                <a:solidFill>
                  <a:srgbClr val="050E17"/>
                </a:solidFill>
                <a:effectLst/>
                <a:latin typeface="-apple-system"/>
              </a:rPr>
              <a:t>2009</a:t>
            </a:r>
            <a:r>
              <a:rPr lang="zh-CN" altLang="en-US" sz="2000" b="0" i="0" dirty="0">
                <a:solidFill>
                  <a:srgbClr val="050E17"/>
                </a:solidFill>
                <a:effectLst/>
                <a:latin typeface="-apple-system"/>
              </a:rPr>
              <a:t>年年底开源发布。</a:t>
            </a:r>
            <a:r>
              <a:rPr lang="en-US" altLang="zh-CN" sz="2000" b="0" i="0" dirty="0">
                <a:solidFill>
                  <a:srgbClr val="050E17"/>
                </a:solidFill>
                <a:effectLst/>
                <a:latin typeface="-apple-system"/>
              </a:rPr>
              <a:t>Pandas</a:t>
            </a:r>
            <a:r>
              <a:rPr lang="zh-CN" altLang="en-US" sz="2000" b="0" i="0" dirty="0">
                <a:solidFill>
                  <a:srgbClr val="050E17"/>
                </a:solidFill>
                <a:effectLst/>
                <a:latin typeface="-apple-system"/>
              </a:rPr>
              <a:t>最初被作为金融数据分析工具而开发，因此可很好地支持时间序列分析。</a:t>
            </a:r>
            <a:r>
              <a:rPr lang="en-US" altLang="zh-CN" sz="2000" b="0" i="0" dirty="0">
                <a:solidFill>
                  <a:srgbClr val="050E17"/>
                </a:solidFill>
                <a:effectLst/>
                <a:latin typeface="-apple-system"/>
              </a:rPr>
              <a:t>Pandas</a:t>
            </a:r>
            <a:r>
              <a:rPr lang="zh-CN" altLang="en-US" sz="2000" b="0" i="0" dirty="0">
                <a:solidFill>
                  <a:srgbClr val="050E17"/>
                </a:solidFill>
                <a:effectLst/>
                <a:latin typeface="-apple-system"/>
              </a:rPr>
              <a:t>集成了很多底层库和一些标准的数据模型，提供了大量快速便捷处理数据的函数和方法，从而</a:t>
            </a:r>
            <a:r>
              <a:rPr lang="zh-CN" altLang="en-US" sz="2000" b="0" i="0" dirty="0">
                <a:solidFill>
                  <a:srgbClr val="FF0000"/>
                </a:solidFill>
                <a:effectLst/>
                <a:latin typeface="-apple-system"/>
              </a:rPr>
              <a:t>可以高效地操作大型数据集</a:t>
            </a:r>
            <a:r>
              <a:rPr lang="zh-CN" altLang="en-US" sz="2000" b="0" i="0" dirty="0">
                <a:solidFill>
                  <a:srgbClr val="050E17"/>
                </a:solidFill>
                <a:effectLst/>
                <a:latin typeface="-apple-system"/>
              </a:rPr>
              <a:t>。</a:t>
            </a:r>
          </a:p>
        </p:txBody>
      </p:sp>
    </p:spTree>
    <p:custDataLst>
      <p:tags r:id="rId1"/>
    </p:custDataLst>
    <p:extLst>
      <p:ext uri="{BB962C8B-B14F-4D97-AF65-F5344CB8AC3E}">
        <p14:creationId xmlns:p14="http://schemas.microsoft.com/office/powerpoint/2010/main" val="2407720639"/>
      </p:ext>
    </p:extLst>
  </p:cSld>
  <p:clrMapOvr>
    <a:masterClrMapping/>
  </p:clrMapOvr>
  <p:transition spd="slow">
    <p:push dir="u"/>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46200" y="443230"/>
            <a:ext cx="10344785" cy="441960"/>
          </a:xfrm>
        </p:spPr>
        <p:txBody>
          <a:bodyPr/>
          <a:lstStyle/>
          <a:p>
            <a:r>
              <a:rPr lang="en-US" sz="3200" dirty="0">
                <a:sym typeface="+mn-ea"/>
              </a:rPr>
              <a:t>1.3 </a:t>
            </a:r>
            <a:r>
              <a:rPr lang="zh-CN" altLang="en-US" sz="3200" b="1" dirty="0">
                <a:solidFill>
                  <a:srgbClr val="577CCE"/>
                </a:solidFill>
                <a:latin typeface="+mj-ea"/>
                <a:ea typeface="+mj-ea"/>
              </a:rPr>
              <a:t>机器学习工作包及深度学习框架</a:t>
            </a:r>
            <a:endParaRPr sz="3200" dirty="0">
              <a:solidFill>
                <a:srgbClr val="FF0000"/>
              </a:solidFill>
              <a:sym typeface="+mn-ea"/>
            </a:endParaRPr>
          </a:p>
        </p:txBody>
      </p:sp>
      <p:sp>
        <p:nvSpPr>
          <p:cNvPr id="3" name="内容占位符 2">
            <a:extLst>
              <a:ext uri="{FF2B5EF4-FFF2-40B4-BE49-F238E27FC236}">
                <a16:creationId xmlns:a16="http://schemas.microsoft.com/office/drawing/2014/main" id="{15DB4EFB-EE99-6C01-047B-6FD8ACD3ED83}"/>
              </a:ext>
            </a:extLst>
          </p:cNvPr>
          <p:cNvSpPr>
            <a:spLocks noGrp="1"/>
          </p:cNvSpPr>
          <p:nvPr/>
        </p:nvSpPr>
        <p:spPr>
          <a:xfrm>
            <a:off x="968057" y="1366577"/>
            <a:ext cx="10810086" cy="4733290"/>
          </a:xfrm>
          <a:prstGeom prst="rect">
            <a:avLst/>
          </a:prstGeo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l">
              <a:buNone/>
            </a:pPr>
            <a:r>
              <a:rPr lang="en-US" altLang="zh-CN" sz="2000" b="0" i="0" dirty="0">
                <a:solidFill>
                  <a:srgbClr val="577CCE"/>
                </a:solidFill>
                <a:effectLst/>
                <a:latin typeface="-apple-system"/>
              </a:rPr>
              <a:t>(3) </a:t>
            </a:r>
            <a:r>
              <a:rPr lang="zh-CN" altLang="en-US" sz="2000" b="0" i="0" dirty="0">
                <a:solidFill>
                  <a:srgbClr val="577CCE"/>
                </a:solidFill>
                <a:effectLst/>
                <a:latin typeface="-apple-system"/>
              </a:rPr>
              <a:t>科学计算库</a:t>
            </a:r>
            <a:r>
              <a:rPr lang="en-US" altLang="zh-CN" sz="2000" b="0" i="0" dirty="0" err="1">
                <a:solidFill>
                  <a:srgbClr val="577CCE"/>
                </a:solidFill>
                <a:effectLst/>
                <a:latin typeface="-apple-system"/>
              </a:rPr>
              <a:t>Scipy</a:t>
            </a:r>
            <a:endParaRPr lang="en-US" altLang="zh-CN" sz="2000" b="0" i="0" dirty="0">
              <a:solidFill>
                <a:srgbClr val="577CCE"/>
              </a:solidFill>
              <a:effectLst/>
              <a:latin typeface="-apple-system"/>
            </a:endParaRPr>
          </a:p>
          <a:p>
            <a:pPr marL="0" indent="0" algn="l">
              <a:buNone/>
            </a:pPr>
            <a:r>
              <a:rPr lang="en-US" altLang="zh-CN" sz="2000" b="0" i="0" dirty="0" err="1">
                <a:solidFill>
                  <a:srgbClr val="050E17"/>
                </a:solidFill>
                <a:effectLst/>
                <a:latin typeface="-apple-system"/>
              </a:rPr>
              <a:t>Scipy</a:t>
            </a:r>
            <a:r>
              <a:rPr lang="zh-CN" altLang="en-US" sz="2000" b="0" i="0" dirty="0">
                <a:solidFill>
                  <a:srgbClr val="050E17"/>
                </a:solidFill>
                <a:effectLst/>
                <a:latin typeface="-apple-system"/>
              </a:rPr>
              <a:t>是</a:t>
            </a:r>
            <a:r>
              <a:rPr lang="zh-CN" altLang="en-US" sz="2000" b="0" i="0" dirty="0">
                <a:solidFill>
                  <a:srgbClr val="FF0000"/>
                </a:solidFill>
                <a:effectLst/>
                <a:latin typeface="-apple-system"/>
              </a:rPr>
              <a:t>基于</a:t>
            </a:r>
            <a:r>
              <a:rPr lang="en-US" altLang="zh-CN" sz="2000" b="0" i="0" dirty="0" err="1">
                <a:solidFill>
                  <a:srgbClr val="FF0000"/>
                </a:solidFill>
                <a:effectLst/>
                <a:latin typeface="-apple-system"/>
              </a:rPr>
              <a:t>Numpy</a:t>
            </a:r>
            <a:r>
              <a:rPr lang="zh-CN" altLang="en-US" sz="2000" b="0" i="0" dirty="0">
                <a:solidFill>
                  <a:srgbClr val="FF0000"/>
                </a:solidFill>
                <a:effectLst/>
                <a:latin typeface="-apple-system"/>
              </a:rPr>
              <a:t>的科学计算库</a:t>
            </a:r>
            <a:r>
              <a:rPr lang="zh-CN" altLang="en-US" sz="2000" b="0" i="0" dirty="0">
                <a:solidFill>
                  <a:srgbClr val="050E17"/>
                </a:solidFill>
                <a:effectLst/>
                <a:latin typeface="-apple-system"/>
              </a:rPr>
              <a:t>，其所包含的模块有最优化、线性代数、积分、插值、特殊函数、快速傅里叶变换、信号处理和图像处理、常微分方程求解和其他科学与工程中常用的计算等，支持很多高阶抽象和物理模型，被广泛应用于数学、科学、工程学等领域。</a:t>
            </a:r>
            <a:r>
              <a:rPr lang="en-US" altLang="zh-CN" sz="2000" b="0" i="0" dirty="0">
                <a:solidFill>
                  <a:srgbClr val="050E17"/>
                </a:solidFill>
                <a:effectLst/>
                <a:latin typeface="-apple-system"/>
              </a:rPr>
              <a:t> </a:t>
            </a:r>
            <a:r>
              <a:rPr lang="en-US" altLang="zh-CN" sz="2000" b="0" i="0" dirty="0" err="1">
                <a:solidFill>
                  <a:srgbClr val="050E17"/>
                </a:solidFill>
                <a:effectLst/>
                <a:latin typeface="-apple-system"/>
              </a:rPr>
              <a:t>Scipy</a:t>
            </a:r>
            <a:r>
              <a:rPr lang="zh-CN" altLang="en-US" sz="2000" b="0" i="0" dirty="0">
                <a:solidFill>
                  <a:srgbClr val="050E17"/>
                </a:solidFill>
                <a:effectLst/>
                <a:latin typeface="-apple-system"/>
              </a:rPr>
              <a:t>自</a:t>
            </a:r>
            <a:r>
              <a:rPr lang="en-US" altLang="zh-CN" sz="2000" b="0" i="0" dirty="0">
                <a:solidFill>
                  <a:srgbClr val="050E17"/>
                </a:solidFill>
                <a:effectLst/>
                <a:latin typeface="-apple-system"/>
              </a:rPr>
              <a:t>2004</a:t>
            </a:r>
            <a:r>
              <a:rPr lang="zh-CN" altLang="en-US" sz="2000" b="0" i="0" dirty="0">
                <a:solidFill>
                  <a:srgbClr val="050E17"/>
                </a:solidFill>
                <a:effectLst/>
                <a:latin typeface="-apple-system"/>
              </a:rPr>
              <a:t>年开始聚焦科学计算，随着</a:t>
            </a:r>
            <a:r>
              <a:rPr lang="en-US" altLang="zh-CN" sz="2000" b="0" i="0" dirty="0">
                <a:solidFill>
                  <a:srgbClr val="050E17"/>
                </a:solidFill>
                <a:effectLst/>
                <a:latin typeface="-apple-system"/>
              </a:rPr>
              <a:t>2005</a:t>
            </a:r>
            <a:r>
              <a:rPr lang="zh-CN" altLang="en-US" sz="2000" b="0" i="0" dirty="0">
                <a:solidFill>
                  <a:srgbClr val="050E17"/>
                </a:solidFill>
                <a:effectLst/>
                <a:latin typeface="-apple-system"/>
              </a:rPr>
              <a:t>年</a:t>
            </a:r>
            <a:r>
              <a:rPr lang="en-US" altLang="zh-CN" sz="2000" b="0" i="0" dirty="0" err="1">
                <a:solidFill>
                  <a:srgbClr val="050E17"/>
                </a:solidFill>
                <a:effectLst/>
                <a:latin typeface="-apple-system"/>
              </a:rPr>
              <a:t>Numpy</a:t>
            </a:r>
            <a:r>
              <a:rPr lang="zh-CN" altLang="en-US" sz="2000" b="0" i="0" dirty="0">
                <a:solidFill>
                  <a:srgbClr val="050E17"/>
                </a:solidFill>
                <a:effectLst/>
                <a:latin typeface="-apple-system"/>
              </a:rPr>
              <a:t>的出现，</a:t>
            </a:r>
            <a:r>
              <a:rPr lang="en-US" altLang="zh-CN" sz="2000" b="0" i="0" dirty="0" err="1">
                <a:solidFill>
                  <a:srgbClr val="050E17"/>
                </a:solidFill>
                <a:effectLst/>
                <a:latin typeface="-apple-system"/>
              </a:rPr>
              <a:t>Scipy</a:t>
            </a:r>
            <a:r>
              <a:rPr lang="zh-CN" altLang="en-US" sz="2000" b="0" i="0" dirty="0">
                <a:solidFill>
                  <a:srgbClr val="050E17"/>
                </a:solidFill>
                <a:effectLst/>
                <a:latin typeface="-apple-system"/>
              </a:rPr>
              <a:t>底层处理转为</a:t>
            </a:r>
            <a:r>
              <a:rPr lang="en-US" altLang="zh-CN" sz="2000" b="0" i="0" dirty="0" err="1">
                <a:solidFill>
                  <a:srgbClr val="050E17"/>
                </a:solidFill>
                <a:effectLst/>
                <a:latin typeface="-apple-system"/>
              </a:rPr>
              <a:t>Numpy</a:t>
            </a:r>
            <a:r>
              <a:rPr lang="zh-CN" altLang="en-US" sz="2000" b="0" i="0" dirty="0">
                <a:solidFill>
                  <a:srgbClr val="050E17"/>
                </a:solidFill>
                <a:effectLst/>
                <a:latin typeface="-apple-system"/>
              </a:rPr>
              <a:t>实现。</a:t>
            </a:r>
          </a:p>
          <a:p>
            <a:pPr marL="0" indent="0" algn="l">
              <a:buNone/>
            </a:pPr>
            <a:r>
              <a:rPr lang="en-US" altLang="zh-CN" sz="2000" b="0" i="0" dirty="0">
                <a:solidFill>
                  <a:srgbClr val="577CCE"/>
                </a:solidFill>
                <a:effectLst/>
                <a:latin typeface="-apple-system"/>
              </a:rPr>
              <a:t>(4) </a:t>
            </a:r>
            <a:r>
              <a:rPr lang="zh-CN" altLang="en-US" sz="2000" b="0" i="0" dirty="0">
                <a:solidFill>
                  <a:srgbClr val="577CCE"/>
                </a:solidFill>
                <a:effectLst/>
                <a:latin typeface="-apple-system"/>
              </a:rPr>
              <a:t>数据可视化库</a:t>
            </a:r>
            <a:r>
              <a:rPr lang="en-US" altLang="zh-CN" sz="2000" b="0" i="0" dirty="0">
                <a:solidFill>
                  <a:srgbClr val="577CCE"/>
                </a:solidFill>
                <a:effectLst/>
                <a:latin typeface="-apple-system"/>
              </a:rPr>
              <a:t>Matplotlib</a:t>
            </a:r>
          </a:p>
          <a:p>
            <a:pPr marL="0" indent="0" algn="l">
              <a:buNone/>
            </a:pPr>
            <a:r>
              <a:rPr lang="en-US" altLang="zh-CN" sz="2000" b="0" i="0" dirty="0">
                <a:solidFill>
                  <a:srgbClr val="050E17"/>
                </a:solidFill>
                <a:effectLst/>
                <a:latin typeface="-apple-system"/>
              </a:rPr>
              <a:t>Matplotlib</a:t>
            </a:r>
            <a:r>
              <a:rPr lang="zh-CN" altLang="en-US" sz="2000" b="0" i="0" dirty="0">
                <a:solidFill>
                  <a:srgbClr val="050E17"/>
                </a:solidFill>
                <a:effectLst/>
                <a:latin typeface="-apple-system"/>
              </a:rPr>
              <a:t>是一个画图工具，于</a:t>
            </a:r>
            <a:r>
              <a:rPr lang="en-US" altLang="zh-CN" sz="2000" b="0" i="0" dirty="0">
                <a:solidFill>
                  <a:srgbClr val="050E17"/>
                </a:solidFill>
                <a:effectLst/>
                <a:latin typeface="-apple-system"/>
              </a:rPr>
              <a:t>2007</a:t>
            </a:r>
            <a:r>
              <a:rPr lang="zh-CN" altLang="en-US" sz="2000" b="0" i="0" dirty="0">
                <a:solidFill>
                  <a:srgbClr val="050E17"/>
                </a:solidFill>
                <a:effectLst/>
                <a:latin typeface="-apple-system"/>
              </a:rPr>
              <a:t>年发布，支持创建静态动画及交互。它是强大的</a:t>
            </a:r>
            <a:r>
              <a:rPr lang="en-US" altLang="zh-CN" sz="2000" b="0" i="0" dirty="0">
                <a:solidFill>
                  <a:srgbClr val="FF0000"/>
                </a:solidFill>
                <a:effectLst/>
                <a:latin typeface="-apple-system"/>
              </a:rPr>
              <a:t>Python</a:t>
            </a:r>
            <a:r>
              <a:rPr lang="zh-CN" altLang="en-US" sz="2000" b="0" i="0" dirty="0">
                <a:solidFill>
                  <a:srgbClr val="FF0000"/>
                </a:solidFill>
                <a:effectLst/>
                <a:latin typeface="-apple-system"/>
              </a:rPr>
              <a:t>可视化画图工具</a:t>
            </a:r>
            <a:r>
              <a:rPr lang="zh-CN" altLang="en-US" sz="2000" b="0" i="0" dirty="0">
                <a:solidFill>
                  <a:srgbClr val="050E17"/>
                </a:solidFill>
                <a:effectLst/>
                <a:latin typeface="-apple-system"/>
              </a:rPr>
              <a:t>，可以生成出版质量级别的图形，如绘制线图、散点图、等高线图、条形图、柱状图、</a:t>
            </a:r>
            <a:r>
              <a:rPr lang="en-US" altLang="zh-CN" sz="2000" b="0" i="0" dirty="0">
                <a:solidFill>
                  <a:srgbClr val="050E17"/>
                </a:solidFill>
                <a:effectLst/>
                <a:latin typeface="-apple-system"/>
              </a:rPr>
              <a:t>3D</a:t>
            </a:r>
            <a:r>
              <a:rPr lang="zh-CN" altLang="en-US" sz="2000" b="0" i="0" dirty="0">
                <a:solidFill>
                  <a:srgbClr val="050E17"/>
                </a:solidFill>
                <a:effectLst/>
                <a:latin typeface="-apple-system"/>
              </a:rPr>
              <a:t>图形和图形动画等，支持各种硬拷贝格式和跨平台的交互式环境。</a:t>
            </a:r>
            <a:r>
              <a:rPr lang="en-US" altLang="zh-CN" sz="2000" b="0" i="0" dirty="0">
                <a:solidFill>
                  <a:srgbClr val="050E17"/>
                </a:solidFill>
                <a:effectLst/>
                <a:latin typeface="-apple-system"/>
              </a:rPr>
              <a:t>Matplotlib</a:t>
            </a:r>
            <a:r>
              <a:rPr lang="zh-CN" altLang="en-US" sz="2000" b="0" i="0" dirty="0">
                <a:solidFill>
                  <a:srgbClr val="050E17"/>
                </a:solidFill>
                <a:effectLst/>
                <a:latin typeface="-apple-system"/>
              </a:rPr>
              <a:t>本身是一个</a:t>
            </a:r>
            <a:r>
              <a:rPr lang="en-US" altLang="zh-CN" sz="2000" b="0" i="0" dirty="0">
                <a:solidFill>
                  <a:srgbClr val="050E17"/>
                </a:solidFill>
                <a:effectLst/>
                <a:latin typeface="-apple-system"/>
              </a:rPr>
              <a:t>Python2D</a:t>
            </a:r>
            <a:r>
              <a:rPr lang="zh-CN" altLang="en-US" sz="2000" b="0" i="0" dirty="0">
                <a:solidFill>
                  <a:srgbClr val="050E17"/>
                </a:solidFill>
                <a:effectLst/>
                <a:latin typeface="-apple-system"/>
              </a:rPr>
              <a:t>绘图库，附带了支持</a:t>
            </a:r>
            <a:r>
              <a:rPr lang="en-US" altLang="zh-CN" sz="2000" b="0" i="0" dirty="0">
                <a:solidFill>
                  <a:srgbClr val="050E17"/>
                </a:solidFill>
                <a:effectLst/>
                <a:latin typeface="-apple-system"/>
              </a:rPr>
              <a:t>3D</a:t>
            </a:r>
            <a:r>
              <a:rPr lang="zh-CN" altLang="en-US" sz="2000" b="0" i="0" dirty="0">
                <a:solidFill>
                  <a:srgbClr val="050E17"/>
                </a:solidFill>
                <a:effectLst/>
                <a:latin typeface="-apple-system"/>
              </a:rPr>
              <a:t>绘图的附加工具包</a:t>
            </a:r>
            <a:r>
              <a:rPr lang="en-US" altLang="zh-CN" sz="2000" b="0" i="0" dirty="0">
                <a:solidFill>
                  <a:srgbClr val="050E17"/>
                </a:solidFill>
                <a:effectLst/>
                <a:latin typeface="-apple-system"/>
              </a:rPr>
              <a:t>Mplot3d</a:t>
            </a:r>
            <a:r>
              <a:rPr lang="zh-CN" altLang="en-US" sz="2000" b="0" i="0" dirty="0">
                <a:solidFill>
                  <a:srgbClr val="050E17"/>
                </a:solidFill>
                <a:effectLst/>
                <a:latin typeface="-apple-system"/>
              </a:rPr>
              <a:t>。</a:t>
            </a:r>
          </a:p>
        </p:txBody>
      </p:sp>
    </p:spTree>
    <p:custDataLst>
      <p:tags r:id="rId1"/>
    </p:custDataLst>
    <p:extLst>
      <p:ext uri="{BB962C8B-B14F-4D97-AF65-F5344CB8AC3E}">
        <p14:creationId xmlns:p14="http://schemas.microsoft.com/office/powerpoint/2010/main" val="2809042436"/>
      </p:ext>
    </p:extLst>
  </p:cSld>
  <p:clrMapOvr>
    <a:masterClrMapping/>
  </p:clrMapOvr>
  <p:transition spd="slow">
    <p:push dir="u"/>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46200" y="443230"/>
            <a:ext cx="10344785" cy="441960"/>
          </a:xfrm>
        </p:spPr>
        <p:txBody>
          <a:bodyPr/>
          <a:lstStyle/>
          <a:p>
            <a:r>
              <a:rPr lang="en-US" sz="3200" dirty="0">
                <a:sym typeface="+mn-ea"/>
              </a:rPr>
              <a:t>1.3 </a:t>
            </a:r>
            <a:r>
              <a:rPr lang="zh-CN" altLang="en-US" sz="3200" b="1" dirty="0">
                <a:solidFill>
                  <a:srgbClr val="577CCE"/>
                </a:solidFill>
                <a:latin typeface="+mj-ea"/>
                <a:ea typeface="+mj-ea"/>
              </a:rPr>
              <a:t>机器学习工作包及深度学习框架</a:t>
            </a:r>
            <a:endParaRPr sz="3200" dirty="0">
              <a:solidFill>
                <a:srgbClr val="FF0000"/>
              </a:solidFill>
              <a:sym typeface="+mn-ea"/>
            </a:endParaRPr>
          </a:p>
        </p:txBody>
      </p:sp>
      <p:sp>
        <p:nvSpPr>
          <p:cNvPr id="3" name="内容占位符 2">
            <a:extLst>
              <a:ext uri="{FF2B5EF4-FFF2-40B4-BE49-F238E27FC236}">
                <a16:creationId xmlns:a16="http://schemas.microsoft.com/office/drawing/2014/main" id="{15DB4EFB-EE99-6C01-047B-6FD8ACD3ED83}"/>
              </a:ext>
            </a:extLst>
          </p:cNvPr>
          <p:cNvSpPr>
            <a:spLocks noGrp="1"/>
          </p:cNvSpPr>
          <p:nvPr/>
        </p:nvSpPr>
        <p:spPr>
          <a:xfrm>
            <a:off x="880899" y="1123296"/>
            <a:ext cx="10810086" cy="4733290"/>
          </a:xfrm>
          <a:prstGeom prst="rect">
            <a:avLst/>
          </a:prstGeo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l">
              <a:buNone/>
            </a:pPr>
            <a:r>
              <a:rPr lang="en-US" altLang="zh-CN" sz="2000" b="0" i="0" dirty="0">
                <a:solidFill>
                  <a:srgbClr val="577CCE"/>
                </a:solidFill>
                <a:effectLst/>
                <a:latin typeface="-apple-system"/>
              </a:rPr>
              <a:t>(5) </a:t>
            </a:r>
            <a:r>
              <a:rPr lang="zh-CN" altLang="en-US" sz="2000" b="0" i="0" dirty="0">
                <a:solidFill>
                  <a:srgbClr val="577CCE"/>
                </a:solidFill>
                <a:effectLst/>
                <a:latin typeface="-apple-system"/>
              </a:rPr>
              <a:t>机器学习工具包</a:t>
            </a:r>
            <a:r>
              <a:rPr lang="en-US" altLang="zh-CN" sz="2000" b="0" i="0" dirty="0" err="1">
                <a:solidFill>
                  <a:srgbClr val="577CCE"/>
                </a:solidFill>
                <a:effectLst/>
                <a:latin typeface="-apple-system"/>
              </a:rPr>
              <a:t>Sklearn</a:t>
            </a:r>
            <a:endParaRPr lang="en-US" altLang="zh-CN" sz="2000" b="0" i="0" dirty="0">
              <a:solidFill>
                <a:srgbClr val="577CCE"/>
              </a:solidFill>
              <a:effectLst/>
              <a:latin typeface="-apple-system"/>
            </a:endParaRPr>
          </a:p>
          <a:p>
            <a:pPr marL="0" indent="0" algn="l">
              <a:buNone/>
            </a:pPr>
            <a:r>
              <a:rPr lang="en-US" altLang="zh-CN" sz="2000" b="0" i="0" dirty="0" err="1">
                <a:solidFill>
                  <a:srgbClr val="050E17"/>
                </a:solidFill>
                <a:effectLst/>
                <a:latin typeface="-apple-system"/>
              </a:rPr>
              <a:t>Sklearn</a:t>
            </a:r>
            <a:r>
              <a:rPr lang="zh-CN" altLang="en-US" sz="2000" b="0" i="0" dirty="0">
                <a:solidFill>
                  <a:srgbClr val="050E17"/>
                </a:solidFill>
                <a:effectLst/>
                <a:latin typeface="-apple-system"/>
              </a:rPr>
              <a:t>（</a:t>
            </a:r>
            <a:r>
              <a:rPr lang="en-US" altLang="zh-CN" sz="2000" b="0" i="0" dirty="0">
                <a:solidFill>
                  <a:srgbClr val="050E17"/>
                </a:solidFill>
                <a:effectLst/>
                <a:latin typeface="-apple-system"/>
              </a:rPr>
              <a:t>scikit-learn</a:t>
            </a:r>
            <a:r>
              <a:rPr lang="zh-CN" altLang="en-US" sz="2000" b="0" i="0" dirty="0">
                <a:solidFill>
                  <a:srgbClr val="050E17"/>
                </a:solidFill>
                <a:effectLst/>
                <a:latin typeface="-apple-system"/>
              </a:rPr>
              <a:t>）是一个基于</a:t>
            </a:r>
            <a:r>
              <a:rPr lang="en-US" altLang="zh-CN" sz="2000" b="0" i="0" dirty="0" err="1">
                <a:solidFill>
                  <a:srgbClr val="050E17"/>
                </a:solidFill>
                <a:effectLst/>
                <a:latin typeface="-apple-system"/>
              </a:rPr>
              <a:t>Numpy</a:t>
            </a:r>
            <a:r>
              <a:rPr lang="zh-CN" altLang="en-US" sz="2000" b="0" i="0" dirty="0">
                <a:solidFill>
                  <a:srgbClr val="050E17"/>
                </a:solidFill>
                <a:effectLst/>
                <a:latin typeface="-apple-system"/>
              </a:rPr>
              <a:t>、</a:t>
            </a:r>
            <a:r>
              <a:rPr lang="en-US" altLang="zh-CN" sz="2000" b="0" i="0" dirty="0" err="1">
                <a:solidFill>
                  <a:srgbClr val="050E17"/>
                </a:solidFill>
                <a:effectLst/>
                <a:latin typeface="-apple-system"/>
              </a:rPr>
              <a:t>Scipy</a:t>
            </a:r>
            <a:r>
              <a:rPr lang="zh-CN" altLang="en-US" sz="2000" b="0" i="0" dirty="0">
                <a:solidFill>
                  <a:srgbClr val="050E17"/>
                </a:solidFill>
                <a:effectLst/>
                <a:latin typeface="-apple-system"/>
              </a:rPr>
              <a:t>和</a:t>
            </a:r>
            <a:r>
              <a:rPr lang="en-US" altLang="zh-CN" sz="2000" b="0" i="0" dirty="0">
                <a:solidFill>
                  <a:srgbClr val="050E17"/>
                </a:solidFill>
                <a:effectLst/>
                <a:latin typeface="-apple-system"/>
              </a:rPr>
              <a:t>Matplotlib</a:t>
            </a:r>
            <a:r>
              <a:rPr lang="zh-CN" altLang="en-US" sz="2000" b="0" i="0" dirty="0">
                <a:solidFill>
                  <a:srgbClr val="050E17"/>
                </a:solidFill>
                <a:effectLst/>
                <a:latin typeface="-apple-system"/>
              </a:rPr>
              <a:t>构建的</a:t>
            </a:r>
            <a:r>
              <a:rPr lang="zh-CN" altLang="en-US" sz="2000" b="0" i="0" dirty="0">
                <a:solidFill>
                  <a:srgbClr val="FF0000"/>
                </a:solidFill>
                <a:effectLst/>
                <a:latin typeface="-apple-system"/>
              </a:rPr>
              <a:t>机器学习工具包</a:t>
            </a:r>
            <a:r>
              <a:rPr lang="zh-CN" altLang="en-US" sz="2000" b="0" i="0" dirty="0">
                <a:solidFill>
                  <a:srgbClr val="050E17"/>
                </a:solidFill>
                <a:effectLst/>
                <a:latin typeface="-apple-system"/>
              </a:rPr>
              <a:t>，最早始于</a:t>
            </a:r>
            <a:r>
              <a:rPr lang="en-US" altLang="zh-CN" sz="2000" b="0" i="0" dirty="0">
                <a:solidFill>
                  <a:srgbClr val="050E17"/>
                </a:solidFill>
                <a:effectLst/>
                <a:latin typeface="-apple-system"/>
              </a:rPr>
              <a:t>2007</a:t>
            </a:r>
            <a:r>
              <a:rPr lang="zh-CN" altLang="en-US" sz="2000" b="0" i="0" dirty="0">
                <a:solidFill>
                  <a:srgbClr val="050E17"/>
                </a:solidFill>
                <a:effectLst/>
                <a:latin typeface="-apple-system"/>
              </a:rPr>
              <a:t>年的谷歌编程之夏项目（</a:t>
            </a:r>
            <a:r>
              <a:rPr lang="en-US" altLang="zh-CN" sz="2000" b="0" i="0" dirty="0">
                <a:solidFill>
                  <a:srgbClr val="050E17"/>
                </a:solidFill>
                <a:effectLst/>
                <a:latin typeface="-apple-system"/>
              </a:rPr>
              <a:t>Google Summer of Code Project</a:t>
            </a:r>
            <a:r>
              <a:rPr lang="zh-CN" altLang="en-US" sz="2000" b="0" i="0" dirty="0">
                <a:solidFill>
                  <a:srgbClr val="050E17"/>
                </a:solidFill>
                <a:effectLst/>
                <a:latin typeface="-apple-system"/>
              </a:rPr>
              <a:t>），并于</a:t>
            </a:r>
            <a:r>
              <a:rPr lang="en-US" altLang="zh-CN" sz="2000" b="0" i="0" dirty="0">
                <a:solidFill>
                  <a:srgbClr val="050E17"/>
                </a:solidFill>
                <a:effectLst/>
                <a:latin typeface="-apple-system"/>
              </a:rPr>
              <a:t>2010</a:t>
            </a:r>
            <a:r>
              <a:rPr lang="zh-CN" altLang="en-US" sz="2000" b="0" i="0" dirty="0">
                <a:solidFill>
                  <a:srgbClr val="050E17"/>
                </a:solidFill>
                <a:effectLst/>
                <a:latin typeface="-apple-system"/>
              </a:rPr>
              <a:t>年公开发布。</a:t>
            </a:r>
            <a:r>
              <a:rPr lang="en-US" altLang="zh-CN" sz="2000" b="0" i="0" dirty="0" err="1">
                <a:solidFill>
                  <a:srgbClr val="050E17"/>
                </a:solidFill>
                <a:effectLst/>
                <a:latin typeface="-apple-system"/>
              </a:rPr>
              <a:t>Sklearn</a:t>
            </a:r>
            <a:r>
              <a:rPr lang="zh-CN" altLang="en-US" sz="2000" b="0" i="0" dirty="0">
                <a:solidFill>
                  <a:srgbClr val="050E17"/>
                </a:solidFill>
                <a:effectLst/>
                <a:latin typeface="-apple-system"/>
              </a:rPr>
              <a:t>集成了各种最先进的机器学习算法，用于中等规模的有监督和无监督问题。它提供了包括分类、回归任务等有监督学习的各种模型，如线性模型、支撑向量机、贝叶斯模型、决策树、集成学习、半监督学习、神经网络等，以及无监督学习的各种模型，如高斯混合模型、流形学习、聚类、协方差估计、新颖性和异常值检测、密度估计等。除此之外，</a:t>
            </a:r>
            <a:r>
              <a:rPr lang="en-US" altLang="zh-CN" sz="2000" b="0" i="0" dirty="0" err="1">
                <a:solidFill>
                  <a:srgbClr val="050E17"/>
                </a:solidFill>
                <a:effectLst/>
                <a:latin typeface="-apple-system"/>
              </a:rPr>
              <a:t>Sklearn</a:t>
            </a:r>
            <a:r>
              <a:rPr lang="zh-CN" altLang="en-US" sz="2000" b="0" i="0" dirty="0">
                <a:solidFill>
                  <a:srgbClr val="050E17"/>
                </a:solidFill>
                <a:effectLst/>
                <a:latin typeface="-apple-system"/>
              </a:rPr>
              <a:t>还提供了相关类库，如模型选择和评估、检验、可视化、数据集转换和预处理、模型持久化等。</a:t>
            </a:r>
          </a:p>
          <a:p>
            <a:pPr marL="0" indent="0" algn="l">
              <a:buNone/>
            </a:pPr>
            <a:r>
              <a:rPr lang="en-US" altLang="zh-CN" sz="2000" b="0" i="0" dirty="0" err="1">
                <a:solidFill>
                  <a:srgbClr val="050E17"/>
                </a:solidFill>
                <a:effectLst/>
                <a:latin typeface="-apple-system"/>
              </a:rPr>
              <a:t>Sklearn</a:t>
            </a:r>
            <a:r>
              <a:rPr lang="zh-CN" altLang="en-US" sz="2000" b="0" i="0" dirty="0">
                <a:solidFill>
                  <a:srgbClr val="050E17"/>
                </a:solidFill>
                <a:effectLst/>
                <a:latin typeface="-apple-system"/>
              </a:rPr>
              <a:t>简单易用，针对所有的算法提供了一致的接口调用规则，甚至只需要修改几行代码就可以对不同的算法模型进行实验。因此，</a:t>
            </a:r>
            <a:r>
              <a:rPr lang="en-US" altLang="zh-CN" sz="2000" b="0" i="0" dirty="0" err="1">
                <a:solidFill>
                  <a:srgbClr val="FF0000"/>
                </a:solidFill>
                <a:effectLst/>
                <a:latin typeface="-apple-system"/>
              </a:rPr>
              <a:t>Sklearn</a:t>
            </a:r>
            <a:r>
              <a:rPr lang="zh-CN" altLang="en-US" sz="2000" b="0" i="0" dirty="0">
                <a:solidFill>
                  <a:srgbClr val="FF0000"/>
                </a:solidFill>
                <a:effectLst/>
                <a:latin typeface="-apple-system"/>
              </a:rPr>
              <a:t>更适合面向机器学习入门者或非专业人士。</a:t>
            </a:r>
          </a:p>
        </p:txBody>
      </p:sp>
      <p:sp>
        <p:nvSpPr>
          <p:cNvPr id="6" name="文本框 5">
            <a:extLst>
              <a:ext uri="{FF2B5EF4-FFF2-40B4-BE49-F238E27FC236}">
                <a16:creationId xmlns:a16="http://schemas.microsoft.com/office/drawing/2014/main" id="{9E99EDA5-DE6C-C88C-B20A-AFBF450CE5AC}"/>
              </a:ext>
            </a:extLst>
          </p:cNvPr>
          <p:cNvSpPr txBox="1"/>
          <p:nvPr/>
        </p:nvSpPr>
        <p:spPr>
          <a:xfrm>
            <a:off x="880899" y="6325191"/>
            <a:ext cx="6094602" cy="400110"/>
          </a:xfrm>
          <a:prstGeom prst="rect">
            <a:avLst/>
          </a:prstGeom>
          <a:noFill/>
        </p:spPr>
        <p:txBody>
          <a:bodyPr wrap="square">
            <a:spAutoFit/>
          </a:bodyPr>
          <a:lstStyle/>
          <a:p>
            <a:r>
              <a:rPr lang="zh-CN" altLang="en-US" sz="2000" b="1" dirty="0">
                <a:solidFill>
                  <a:srgbClr val="577CCE"/>
                </a:solidFill>
              </a:rPr>
              <a:t>下面简要介绍目前常见的深度学习框架。</a:t>
            </a:r>
          </a:p>
        </p:txBody>
      </p:sp>
    </p:spTree>
    <p:custDataLst>
      <p:tags r:id="rId1"/>
    </p:custDataLst>
    <p:extLst>
      <p:ext uri="{BB962C8B-B14F-4D97-AF65-F5344CB8AC3E}">
        <p14:creationId xmlns:p14="http://schemas.microsoft.com/office/powerpoint/2010/main" val="3231677174"/>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46200" y="443230"/>
            <a:ext cx="10344785" cy="441960"/>
          </a:xfrm>
        </p:spPr>
        <p:txBody>
          <a:bodyPr/>
          <a:lstStyle/>
          <a:p>
            <a:r>
              <a:rPr lang="en-US" sz="3200" dirty="0">
                <a:sym typeface="+mn-ea"/>
              </a:rPr>
              <a:t>1.3 </a:t>
            </a:r>
            <a:r>
              <a:rPr lang="zh-CN" altLang="en-US" sz="3200" b="1" dirty="0">
                <a:solidFill>
                  <a:srgbClr val="577CCE"/>
                </a:solidFill>
                <a:latin typeface="+mj-ea"/>
                <a:ea typeface="+mj-ea"/>
              </a:rPr>
              <a:t>机器学习工作包及深度学习框架</a:t>
            </a:r>
            <a:endParaRPr sz="3200" dirty="0">
              <a:solidFill>
                <a:srgbClr val="FF0000"/>
              </a:solidFill>
              <a:sym typeface="+mn-ea"/>
            </a:endParaRPr>
          </a:p>
        </p:txBody>
      </p:sp>
      <p:sp>
        <p:nvSpPr>
          <p:cNvPr id="3" name="内容占位符 2">
            <a:extLst>
              <a:ext uri="{FF2B5EF4-FFF2-40B4-BE49-F238E27FC236}">
                <a16:creationId xmlns:a16="http://schemas.microsoft.com/office/drawing/2014/main" id="{15DB4EFB-EE99-6C01-047B-6FD8ACD3ED83}"/>
              </a:ext>
            </a:extLst>
          </p:cNvPr>
          <p:cNvSpPr>
            <a:spLocks noGrp="1"/>
          </p:cNvSpPr>
          <p:nvPr/>
        </p:nvSpPr>
        <p:spPr>
          <a:xfrm>
            <a:off x="968057" y="1366577"/>
            <a:ext cx="10810086" cy="5361394"/>
          </a:xfrm>
          <a:prstGeom prst="rect">
            <a:avLst/>
          </a:prstGeo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l">
              <a:buNone/>
            </a:pPr>
            <a:r>
              <a:rPr lang="en-US" altLang="zh-CN" sz="2000" b="0" i="0" dirty="0">
                <a:solidFill>
                  <a:srgbClr val="577CCE"/>
                </a:solidFill>
                <a:effectLst/>
                <a:latin typeface="-apple-system"/>
              </a:rPr>
              <a:t>(1)Theano</a:t>
            </a:r>
          </a:p>
          <a:p>
            <a:pPr marL="0" indent="0" algn="l">
              <a:buNone/>
            </a:pPr>
            <a:r>
              <a:rPr lang="en-US" altLang="zh-CN" sz="2000" b="0" i="0" dirty="0">
                <a:solidFill>
                  <a:srgbClr val="050E17"/>
                </a:solidFill>
                <a:effectLst/>
                <a:latin typeface="-apple-system"/>
              </a:rPr>
              <a:t>Theano</a:t>
            </a:r>
            <a:r>
              <a:rPr lang="zh-CN" altLang="en-US" sz="2000" b="0" i="0" dirty="0">
                <a:solidFill>
                  <a:srgbClr val="050E17"/>
                </a:solidFill>
                <a:effectLst/>
                <a:latin typeface="-apple-system"/>
              </a:rPr>
              <a:t>诞生于</a:t>
            </a:r>
            <a:r>
              <a:rPr lang="en-US" altLang="zh-CN" sz="2000" b="0" i="0" dirty="0">
                <a:solidFill>
                  <a:srgbClr val="050E17"/>
                </a:solidFill>
                <a:effectLst/>
                <a:latin typeface="-apple-system"/>
              </a:rPr>
              <a:t>2007</a:t>
            </a:r>
            <a:r>
              <a:rPr lang="zh-CN" altLang="en-US" sz="2000" b="0" i="0" dirty="0">
                <a:solidFill>
                  <a:srgbClr val="050E17"/>
                </a:solidFill>
                <a:effectLst/>
                <a:latin typeface="-apple-system"/>
              </a:rPr>
              <a:t>年，被认为是深度学习框架的鼻祖。其设计初衷是执行深度学习大规模神经网络算法的运算。</a:t>
            </a:r>
            <a:r>
              <a:rPr lang="en-US" altLang="zh-CN" sz="2000" b="0" i="0" dirty="0">
                <a:solidFill>
                  <a:srgbClr val="050E17"/>
                </a:solidFill>
                <a:effectLst/>
                <a:latin typeface="-apple-system"/>
              </a:rPr>
              <a:t>2016</a:t>
            </a:r>
            <a:r>
              <a:rPr lang="zh-CN" altLang="en-US" sz="2000" b="0" i="0" dirty="0">
                <a:solidFill>
                  <a:srgbClr val="050E17"/>
                </a:solidFill>
                <a:effectLst/>
                <a:latin typeface="-apple-system"/>
              </a:rPr>
              <a:t>年后，</a:t>
            </a:r>
            <a:r>
              <a:rPr lang="en-US" altLang="zh-CN" sz="2000" b="0" i="0" dirty="0">
                <a:solidFill>
                  <a:srgbClr val="050E17"/>
                </a:solidFill>
                <a:effectLst/>
                <a:latin typeface="-apple-system"/>
              </a:rPr>
              <a:t>Theano</a:t>
            </a:r>
            <a:r>
              <a:rPr lang="zh-CN" altLang="en-US" sz="2000" b="0" i="0" dirty="0">
                <a:solidFill>
                  <a:srgbClr val="050E17"/>
                </a:solidFill>
                <a:effectLst/>
                <a:latin typeface="-apple-system"/>
              </a:rPr>
              <a:t>全面支持</a:t>
            </a:r>
            <a:r>
              <a:rPr lang="en-US" altLang="zh-CN" sz="2000" b="0" i="0" dirty="0" err="1">
                <a:solidFill>
                  <a:srgbClr val="050E17"/>
                </a:solidFill>
                <a:effectLst/>
                <a:latin typeface="-apple-system"/>
              </a:rPr>
              <a:t>nVIDIA</a:t>
            </a:r>
            <a:r>
              <a:rPr lang="zh-CN" altLang="en-US" sz="2000" b="0" i="0" dirty="0">
                <a:solidFill>
                  <a:srgbClr val="050E17"/>
                </a:solidFill>
                <a:effectLst/>
                <a:latin typeface="-apple-system"/>
              </a:rPr>
              <a:t>专门针对深度神经网络的基础操作而设计的基于</a:t>
            </a:r>
            <a:r>
              <a:rPr lang="en-US" altLang="zh-CN" sz="2000" b="0" i="0" dirty="0">
                <a:solidFill>
                  <a:srgbClr val="050E17"/>
                </a:solidFill>
                <a:effectLst/>
                <a:latin typeface="-apple-system"/>
              </a:rPr>
              <a:t>GPU</a:t>
            </a:r>
            <a:r>
              <a:rPr lang="zh-CN" altLang="en-US" sz="2000" b="0" i="0" dirty="0">
                <a:solidFill>
                  <a:srgbClr val="050E17"/>
                </a:solidFill>
                <a:effectLst/>
                <a:latin typeface="-apple-system"/>
              </a:rPr>
              <a:t>的加速库</a:t>
            </a:r>
            <a:r>
              <a:rPr lang="en-US" altLang="zh-CN" sz="2000" b="0" i="0" dirty="0" err="1">
                <a:solidFill>
                  <a:srgbClr val="050E17"/>
                </a:solidFill>
                <a:effectLst/>
                <a:latin typeface="-apple-system"/>
              </a:rPr>
              <a:t>cuDNN</a:t>
            </a:r>
            <a:r>
              <a:rPr lang="zh-CN" altLang="en-US" sz="2000" b="0" i="0" dirty="0">
                <a:solidFill>
                  <a:srgbClr val="050E17"/>
                </a:solidFill>
                <a:effectLst/>
                <a:latin typeface="-apple-system"/>
              </a:rPr>
              <a:t>。由于</a:t>
            </a:r>
            <a:r>
              <a:rPr lang="en-US" altLang="zh-CN" sz="2000" b="0" i="0" dirty="0">
                <a:solidFill>
                  <a:srgbClr val="050E17"/>
                </a:solidFill>
                <a:effectLst/>
                <a:latin typeface="-apple-system"/>
              </a:rPr>
              <a:t>Theano</a:t>
            </a:r>
            <a:r>
              <a:rPr lang="zh-CN" altLang="en-US" sz="2000" b="0" i="0" dirty="0">
                <a:solidFill>
                  <a:srgbClr val="050E17"/>
                </a:solidFill>
                <a:effectLst/>
                <a:latin typeface="-apple-system"/>
              </a:rPr>
              <a:t>主要面向学术研究，比较适合实验室的小规模的短期实验不太适合当前业界的需求。随着同时面向工业界和学术界的各种深度学习框架的诞生和发展，</a:t>
            </a:r>
            <a:r>
              <a:rPr lang="en-US" altLang="zh-CN" sz="2000" b="0" i="0" dirty="0">
                <a:solidFill>
                  <a:srgbClr val="050E17"/>
                </a:solidFill>
                <a:effectLst/>
                <a:latin typeface="-apple-system"/>
              </a:rPr>
              <a:t>Theano</a:t>
            </a:r>
            <a:r>
              <a:rPr lang="zh-CN" altLang="en-US" sz="2000" b="0" i="0" dirty="0">
                <a:solidFill>
                  <a:srgbClr val="050E17"/>
                </a:solidFill>
                <a:effectLst/>
                <a:latin typeface="-apple-system"/>
              </a:rPr>
              <a:t>基本完成了其使命，</a:t>
            </a:r>
            <a:r>
              <a:rPr lang="zh-CN" altLang="en-US" sz="2000" b="0" i="0" dirty="0">
                <a:solidFill>
                  <a:srgbClr val="FF0000"/>
                </a:solidFill>
                <a:effectLst/>
                <a:latin typeface="-apple-system"/>
              </a:rPr>
              <a:t>目前不再更新</a:t>
            </a:r>
            <a:r>
              <a:rPr lang="zh-CN" altLang="en-US" sz="2000" b="0" i="0" dirty="0">
                <a:solidFill>
                  <a:srgbClr val="050E17"/>
                </a:solidFill>
                <a:effectLst/>
                <a:latin typeface="-apple-system"/>
              </a:rPr>
              <a:t>。</a:t>
            </a:r>
            <a:endParaRPr lang="en-US" altLang="zh-CN" sz="2000" b="0" i="0" dirty="0">
              <a:solidFill>
                <a:srgbClr val="050E17"/>
              </a:solidFill>
              <a:effectLst/>
              <a:latin typeface="-apple-system"/>
            </a:endParaRPr>
          </a:p>
          <a:p>
            <a:pPr marL="0" indent="0" algn="l">
              <a:buNone/>
            </a:pPr>
            <a:r>
              <a:rPr lang="en-US" altLang="zh-CN" sz="2000" b="0" i="0" dirty="0">
                <a:solidFill>
                  <a:srgbClr val="577CCE"/>
                </a:solidFill>
                <a:effectLst/>
                <a:latin typeface="-apple-system"/>
              </a:rPr>
              <a:t>(2) Caffe</a:t>
            </a:r>
          </a:p>
          <a:p>
            <a:pPr marL="0" indent="0" algn="l">
              <a:buNone/>
            </a:pPr>
            <a:r>
              <a:rPr lang="en-US" altLang="zh-CN" sz="2000" b="0" i="0" dirty="0">
                <a:solidFill>
                  <a:srgbClr val="050E17"/>
                </a:solidFill>
                <a:effectLst/>
                <a:latin typeface="-apple-system"/>
              </a:rPr>
              <a:t>2012</a:t>
            </a:r>
            <a:r>
              <a:rPr lang="zh-CN" altLang="en-US" sz="2000" b="0" i="0" dirty="0">
                <a:solidFill>
                  <a:srgbClr val="050E17"/>
                </a:solidFill>
                <a:effectLst/>
                <a:latin typeface="-apple-system"/>
              </a:rPr>
              <a:t>年</a:t>
            </a:r>
            <a:r>
              <a:rPr lang="en-US" altLang="zh-CN" sz="2000" b="0" i="0" dirty="0">
                <a:solidFill>
                  <a:srgbClr val="050E17"/>
                </a:solidFill>
                <a:effectLst/>
                <a:latin typeface="-apple-system"/>
              </a:rPr>
              <a:t>12</a:t>
            </a:r>
            <a:r>
              <a:rPr lang="zh-CN" altLang="en-US" sz="2000" b="0" i="0" dirty="0">
                <a:solidFill>
                  <a:srgbClr val="050E17"/>
                </a:solidFill>
                <a:effectLst/>
                <a:latin typeface="-apple-system"/>
              </a:rPr>
              <a:t>月，深度学习框架</a:t>
            </a:r>
            <a:r>
              <a:rPr lang="en-US" altLang="zh-CN" sz="2000" b="0" i="0" dirty="0">
                <a:solidFill>
                  <a:srgbClr val="050E17"/>
                </a:solidFill>
                <a:effectLst/>
                <a:latin typeface="-apple-system"/>
              </a:rPr>
              <a:t>Caffe</a:t>
            </a:r>
            <a:r>
              <a:rPr lang="zh-CN" altLang="en-US" sz="2000" b="0" i="0" dirty="0">
                <a:solidFill>
                  <a:srgbClr val="050E17"/>
                </a:solidFill>
                <a:effectLst/>
                <a:latin typeface="-apple-system"/>
              </a:rPr>
              <a:t>由伯克利人工智能研究小组和伯克视觉和学习中发布。</a:t>
            </a:r>
            <a:r>
              <a:rPr lang="en-US" altLang="zh-CN" sz="2000" b="0" i="0" dirty="0">
                <a:solidFill>
                  <a:srgbClr val="050E17"/>
                </a:solidFill>
                <a:effectLst/>
                <a:latin typeface="-apple-system"/>
              </a:rPr>
              <a:t>Caffe</a:t>
            </a:r>
            <a:r>
              <a:rPr lang="zh-CN" altLang="en-US" sz="2000" b="0" i="0" dirty="0">
                <a:solidFill>
                  <a:srgbClr val="050E17"/>
                </a:solidFill>
                <a:effectLst/>
                <a:latin typeface="-apple-system"/>
              </a:rPr>
              <a:t>应用于学术研究项目、初创原型</a:t>
            </a:r>
            <a:r>
              <a:rPr lang="zh-CN" altLang="en-US" sz="2000" dirty="0">
                <a:solidFill>
                  <a:srgbClr val="050E17"/>
                </a:solidFill>
                <a:latin typeface="-apple-system"/>
              </a:rPr>
              <a:t>，</a:t>
            </a:r>
            <a:r>
              <a:rPr lang="zh-CN" altLang="en-US" sz="2000" b="0" i="0" dirty="0">
                <a:solidFill>
                  <a:srgbClr val="050E17"/>
                </a:solidFill>
                <a:effectLst/>
                <a:latin typeface="-apple-system"/>
              </a:rPr>
              <a:t>甚至视觉、语音和多媒体领域的大规模工业应用。雅虎还将</a:t>
            </a:r>
            <a:r>
              <a:rPr lang="en-US" altLang="zh-CN" sz="2000" b="0" i="0" dirty="0">
                <a:solidFill>
                  <a:srgbClr val="050E17"/>
                </a:solidFill>
                <a:effectLst/>
                <a:latin typeface="-apple-system"/>
              </a:rPr>
              <a:t>Caffe</a:t>
            </a:r>
            <a:r>
              <a:rPr lang="zh-CN" altLang="en-US" sz="2000" b="0" i="0" dirty="0">
                <a:solidFill>
                  <a:srgbClr val="050E17"/>
                </a:solidFill>
                <a:effectLst/>
                <a:latin typeface="-apple-system"/>
              </a:rPr>
              <a:t>与</a:t>
            </a:r>
            <a:r>
              <a:rPr lang="en-US" altLang="zh-CN" sz="2000" b="0" i="0" dirty="0">
                <a:solidFill>
                  <a:srgbClr val="050E17"/>
                </a:solidFill>
                <a:effectLst/>
                <a:latin typeface="-apple-system"/>
              </a:rPr>
              <a:t>Apache Spark</a:t>
            </a:r>
            <a:r>
              <a:rPr lang="zh-CN" altLang="en-US" sz="2000" b="0" i="0" dirty="0">
                <a:solidFill>
                  <a:srgbClr val="050E17"/>
                </a:solidFill>
                <a:effectLst/>
                <a:latin typeface="-apple-system"/>
              </a:rPr>
              <a:t>集成在一起创建了一分布式深度学习框架</a:t>
            </a:r>
            <a:r>
              <a:rPr lang="en-US" altLang="zh-CN" sz="2000" b="0" i="0" dirty="0" err="1">
                <a:solidFill>
                  <a:srgbClr val="050E17"/>
                </a:solidFill>
                <a:effectLst/>
                <a:latin typeface="-apple-system"/>
              </a:rPr>
              <a:t>CaffeOnSpark</a:t>
            </a:r>
            <a:r>
              <a:rPr lang="zh-CN" altLang="en-US" sz="2000" b="0" i="0" dirty="0">
                <a:solidFill>
                  <a:srgbClr val="050E17"/>
                </a:solidFill>
                <a:effectLst/>
                <a:latin typeface="-apple-system"/>
              </a:rPr>
              <a:t>。</a:t>
            </a:r>
            <a:r>
              <a:rPr lang="en-US" altLang="zh-CN" sz="2000" b="0" i="0" dirty="0">
                <a:solidFill>
                  <a:srgbClr val="050E17"/>
                </a:solidFill>
                <a:effectLst/>
                <a:latin typeface="-apple-system"/>
              </a:rPr>
              <a:t>2017</a:t>
            </a:r>
            <a:r>
              <a:rPr lang="zh-CN" altLang="en-US" sz="2000" b="0" i="0" dirty="0">
                <a:solidFill>
                  <a:srgbClr val="050E17"/>
                </a:solidFill>
                <a:effectLst/>
                <a:latin typeface="-apple-system"/>
              </a:rPr>
              <a:t>年</a:t>
            </a:r>
            <a:r>
              <a:rPr lang="en-US" altLang="zh-CN" sz="2000" b="0" i="0" dirty="0">
                <a:solidFill>
                  <a:srgbClr val="050E17"/>
                </a:solidFill>
                <a:effectLst/>
                <a:latin typeface="-apple-system"/>
              </a:rPr>
              <a:t>4</a:t>
            </a:r>
            <a:r>
              <a:rPr lang="zh-CN" altLang="en-US" sz="2000" b="0" i="0" dirty="0">
                <a:solidFill>
                  <a:srgbClr val="050E17"/>
                </a:solidFill>
                <a:effectLst/>
                <a:latin typeface="-apple-system"/>
              </a:rPr>
              <a:t>月</a:t>
            </a:r>
            <a:r>
              <a:rPr lang="zh-CN" altLang="en-US" sz="2000" dirty="0">
                <a:solidFill>
                  <a:srgbClr val="050E17"/>
                </a:solidFill>
                <a:latin typeface="-apple-system"/>
              </a:rPr>
              <a:t>，</a:t>
            </a:r>
            <a:r>
              <a:rPr lang="en-US" altLang="zh-CN" sz="2000" b="0" i="0" dirty="0" err="1">
                <a:solidFill>
                  <a:srgbClr val="050E17"/>
                </a:solidFill>
                <a:effectLst/>
                <a:latin typeface="-apple-system"/>
              </a:rPr>
              <a:t>FaceBook</a:t>
            </a:r>
            <a:r>
              <a:rPr lang="zh-CN" altLang="en-US" sz="2000" b="0" i="0" dirty="0">
                <a:solidFill>
                  <a:srgbClr val="050E17"/>
                </a:solidFill>
                <a:effectLst/>
                <a:latin typeface="-apple-system"/>
              </a:rPr>
              <a:t>发布</a:t>
            </a:r>
            <a:r>
              <a:rPr lang="en-US" altLang="zh-CN" sz="2000" b="0" i="0" dirty="0">
                <a:solidFill>
                  <a:srgbClr val="050E17"/>
                </a:solidFill>
                <a:effectLst/>
                <a:latin typeface="-apple-system"/>
              </a:rPr>
              <a:t>Caffe2</a:t>
            </a:r>
            <a:r>
              <a:rPr lang="zh-CN" altLang="en-US" sz="2000" b="0" i="0" dirty="0">
                <a:solidFill>
                  <a:srgbClr val="050E17"/>
                </a:solidFill>
                <a:effectLst/>
                <a:latin typeface="-apple-system"/>
              </a:rPr>
              <a:t>，加人了递归神经网络等新功能。</a:t>
            </a:r>
            <a:r>
              <a:rPr lang="en-US" altLang="zh-CN" sz="2000" b="0" i="0" dirty="0">
                <a:solidFill>
                  <a:srgbClr val="050E17"/>
                </a:solidFill>
                <a:effectLst/>
                <a:latin typeface="-apple-system"/>
              </a:rPr>
              <a:t>2018</a:t>
            </a:r>
            <a:r>
              <a:rPr lang="zh-CN" altLang="en-US" sz="2000" b="0" i="0" dirty="0">
                <a:solidFill>
                  <a:srgbClr val="050E17"/>
                </a:solidFill>
                <a:effectLst/>
                <a:latin typeface="-apple-system"/>
              </a:rPr>
              <a:t>年</a:t>
            </a:r>
            <a:r>
              <a:rPr lang="en-US" altLang="zh-CN" sz="2000" b="0" i="0" dirty="0">
                <a:solidFill>
                  <a:srgbClr val="050E17"/>
                </a:solidFill>
                <a:effectLst/>
                <a:latin typeface="-apple-system"/>
              </a:rPr>
              <a:t>3</a:t>
            </a:r>
            <a:r>
              <a:rPr lang="zh-CN" altLang="en-US" sz="2000" b="0" i="0" dirty="0">
                <a:solidFill>
                  <a:srgbClr val="050E17"/>
                </a:solidFill>
                <a:effectLst/>
                <a:latin typeface="-apple-system"/>
              </a:rPr>
              <a:t>月</a:t>
            </a:r>
            <a:r>
              <a:rPr lang="zh-CN" altLang="en-US" sz="2000" dirty="0">
                <a:solidFill>
                  <a:srgbClr val="050E17"/>
                </a:solidFill>
                <a:latin typeface="-apple-system"/>
              </a:rPr>
              <a:t>，</a:t>
            </a:r>
            <a:r>
              <a:rPr lang="en-US" altLang="zh-CN" sz="2000" b="0" i="0" dirty="0">
                <a:solidFill>
                  <a:srgbClr val="FF0000"/>
                </a:solidFill>
                <a:effectLst/>
                <a:latin typeface="-apple-system"/>
              </a:rPr>
              <a:t>Cafe</a:t>
            </a:r>
            <a:r>
              <a:rPr lang="zh-CN" altLang="en-US" sz="2000" b="0" i="0" dirty="0">
                <a:solidFill>
                  <a:srgbClr val="FF0000"/>
                </a:solidFill>
                <a:effectLst/>
                <a:latin typeface="-apple-system"/>
              </a:rPr>
              <a:t>并入</a:t>
            </a:r>
            <a:r>
              <a:rPr lang="en-US" altLang="zh-CN" sz="2000" b="0" i="0" dirty="0" err="1">
                <a:solidFill>
                  <a:srgbClr val="FF0000"/>
                </a:solidFill>
                <a:effectLst/>
                <a:latin typeface="-apple-system"/>
              </a:rPr>
              <a:t>PyTorch</a:t>
            </a:r>
            <a:r>
              <a:rPr lang="zh-CN" altLang="en-US" sz="2000" b="0" i="0" dirty="0">
                <a:solidFill>
                  <a:srgbClr val="050E17"/>
                </a:solidFill>
                <a:effectLst/>
                <a:latin typeface="-apple-system"/>
              </a:rPr>
              <a:t>。</a:t>
            </a:r>
          </a:p>
        </p:txBody>
      </p:sp>
    </p:spTree>
    <p:custDataLst>
      <p:tags r:id="rId1"/>
    </p:custDataLst>
    <p:extLst>
      <p:ext uri="{BB962C8B-B14F-4D97-AF65-F5344CB8AC3E}">
        <p14:creationId xmlns:p14="http://schemas.microsoft.com/office/powerpoint/2010/main" val="2446707752"/>
      </p:ext>
    </p:extLst>
  </p:cSld>
  <p:clrMapOvr>
    <a:masterClrMapping/>
  </p:clrMapOvr>
  <p:transition spd="slow">
    <p:push dir="u"/>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46200" y="443230"/>
            <a:ext cx="10344785" cy="441960"/>
          </a:xfrm>
        </p:spPr>
        <p:txBody>
          <a:bodyPr/>
          <a:lstStyle/>
          <a:p>
            <a:r>
              <a:rPr lang="en-US" sz="3200" dirty="0">
                <a:sym typeface="+mn-ea"/>
              </a:rPr>
              <a:t>1.3 </a:t>
            </a:r>
            <a:r>
              <a:rPr lang="zh-CN" altLang="en-US" sz="3200" b="1" dirty="0">
                <a:solidFill>
                  <a:srgbClr val="577CCE"/>
                </a:solidFill>
                <a:latin typeface="+mj-ea"/>
                <a:ea typeface="+mj-ea"/>
              </a:rPr>
              <a:t>机器学习工作包及深度学习框架</a:t>
            </a:r>
            <a:endParaRPr sz="3200" dirty="0">
              <a:solidFill>
                <a:srgbClr val="FF0000"/>
              </a:solidFill>
              <a:sym typeface="+mn-ea"/>
            </a:endParaRPr>
          </a:p>
        </p:txBody>
      </p:sp>
      <p:sp>
        <p:nvSpPr>
          <p:cNvPr id="3" name="内容占位符 2">
            <a:extLst>
              <a:ext uri="{FF2B5EF4-FFF2-40B4-BE49-F238E27FC236}">
                <a16:creationId xmlns:a16="http://schemas.microsoft.com/office/drawing/2014/main" id="{15DB4EFB-EE99-6C01-047B-6FD8ACD3ED83}"/>
              </a:ext>
            </a:extLst>
          </p:cNvPr>
          <p:cNvSpPr>
            <a:spLocks noGrp="1"/>
          </p:cNvSpPr>
          <p:nvPr/>
        </p:nvSpPr>
        <p:spPr>
          <a:xfrm>
            <a:off x="968057" y="1366577"/>
            <a:ext cx="10810086" cy="5361394"/>
          </a:xfrm>
          <a:prstGeom prst="rect">
            <a:avLst/>
          </a:prstGeo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l">
              <a:buNone/>
            </a:pPr>
            <a:r>
              <a:rPr lang="en-US" altLang="zh-CN" sz="2000" b="0" i="0" dirty="0">
                <a:solidFill>
                  <a:srgbClr val="577CCE"/>
                </a:solidFill>
                <a:effectLst/>
                <a:latin typeface="-apple-system"/>
              </a:rPr>
              <a:t>(3)</a:t>
            </a:r>
            <a:r>
              <a:rPr lang="zh-CN" altLang="en-US" sz="2000" b="0" i="0" dirty="0">
                <a:solidFill>
                  <a:srgbClr val="577CCE"/>
                </a:solidFill>
                <a:effectLst/>
                <a:latin typeface="-apple-system"/>
              </a:rPr>
              <a:t>谷歌深度学习框架</a:t>
            </a:r>
            <a:r>
              <a:rPr lang="en-US" altLang="zh-CN" sz="2000" b="0" i="0" dirty="0">
                <a:solidFill>
                  <a:srgbClr val="577CCE"/>
                </a:solidFill>
                <a:effectLst/>
                <a:latin typeface="-apple-system"/>
              </a:rPr>
              <a:t>TensorFlow</a:t>
            </a:r>
          </a:p>
          <a:p>
            <a:pPr marL="0" indent="0" algn="l">
              <a:buNone/>
            </a:pPr>
            <a:r>
              <a:rPr lang="en-US" altLang="zh-CN" sz="2000" b="0" i="0" dirty="0">
                <a:solidFill>
                  <a:srgbClr val="050E17"/>
                </a:solidFill>
                <a:effectLst/>
                <a:latin typeface="-apple-system"/>
              </a:rPr>
              <a:t>TensorFlow</a:t>
            </a:r>
            <a:r>
              <a:rPr lang="zh-CN" altLang="en-US" sz="2000" b="0" i="0" dirty="0">
                <a:solidFill>
                  <a:srgbClr val="050E17"/>
                </a:solidFill>
                <a:effectLst/>
                <a:latin typeface="-apple-system"/>
              </a:rPr>
              <a:t>是</a:t>
            </a:r>
            <a:r>
              <a:rPr lang="zh-CN" altLang="en-US" sz="2000" b="0" i="0" dirty="0">
                <a:solidFill>
                  <a:srgbClr val="FF0000"/>
                </a:solidFill>
                <a:effectLst/>
                <a:latin typeface="-apple-system"/>
              </a:rPr>
              <a:t>当今深度学习领域最流行的框架之一</a:t>
            </a:r>
            <a:r>
              <a:rPr lang="zh-CN" altLang="en-US" sz="2000" dirty="0">
                <a:solidFill>
                  <a:srgbClr val="050E17"/>
                </a:solidFill>
                <a:latin typeface="-apple-system"/>
              </a:rPr>
              <a:t>，</a:t>
            </a:r>
            <a:r>
              <a:rPr lang="en-US" altLang="zh-CN" sz="2000" b="0" i="0" dirty="0">
                <a:solidFill>
                  <a:srgbClr val="050E17"/>
                </a:solidFill>
                <a:effectLst/>
                <a:latin typeface="-apple-system"/>
              </a:rPr>
              <a:t>2015</a:t>
            </a:r>
            <a:r>
              <a:rPr lang="zh-CN" altLang="en-US" sz="2000" b="0" i="0" dirty="0">
                <a:solidFill>
                  <a:srgbClr val="050E17"/>
                </a:solidFill>
                <a:effectLst/>
                <a:latin typeface="-apple-system"/>
              </a:rPr>
              <a:t>年由谷歌</a:t>
            </a:r>
            <a:r>
              <a:rPr lang="en-US" altLang="zh-CN" sz="2000" b="0" i="0" dirty="0">
                <a:solidFill>
                  <a:srgbClr val="050E17"/>
                </a:solidFill>
                <a:effectLst/>
                <a:latin typeface="-apple-system"/>
              </a:rPr>
              <a:t>(Google)</a:t>
            </a:r>
            <a:r>
              <a:rPr lang="zh-CN" altLang="en-US" sz="2000" b="0" i="0" dirty="0">
                <a:solidFill>
                  <a:srgbClr val="050E17"/>
                </a:solidFill>
                <a:effectLst/>
                <a:latin typeface="-apple-system"/>
              </a:rPr>
              <a:t>推出。</a:t>
            </a:r>
            <a:r>
              <a:rPr lang="en-US" altLang="zh-CN" sz="2000" b="0" i="0" dirty="0">
                <a:solidFill>
                  <a:srgbClr val="050E17"/>
                </a:solidFill>
                <a:effectLst/>
                <a:latin typeface="-apple-system"/>
              </a:rPr>
              <a:t>TensorFlow</a:t>
            </a:r>
            <a:r>
              <a:rPr lang="zh-CN" altLang="en-US" sz="2000" b="0" i="0" dirty="0">
                <a:solidFill>
                  <a:srgbClr val="050E17"/>
                </a:solidFill>
                <a:effectLst/>
                <a:latin typeface="-apple-system"/>
              </a:rPr>
              <a:t>拥有完整的数据流向与处理机制同时还封装了大量高效可用的算法及神经网络搭建方面的函数，因此主要用于进行机器学习与深度神经网络研究。</a:t>
            </a:r>
            <a:endParaRPr lang="en-US" altLang="zh-CN" sz="2000" b="0" i="0" dirty="0">
              <a:solidFill>
                <a:srgbClr val="050E17"/>
              </a:solidFill>
              <a:effectLst/>
              <a:latin typeface="-apple-system"/>
            </a:endParaRPr>
          </a:p>
          <a:p>
            <a:pPr marL="0" indent="0" algn="l">
              <a:buNone/>
            </a:pPr>
            <a:r>
              <a:rPr lang="en-US" altLang="zh-CN" sz="2000" b="0" i="0" dirty="0">
                <a:solidFill>
                  <a:srgbClr val="577CCE"/>
                </a:solidFill>
                <a:effectLst/>
                <a:latin typeface="-apple-system"/>
              </a:rPr>
              <a:t>(4)</a:t>
            </a:r>
            <a:r>
              <a:rPr lang="zh-CN" altLang="en-US" sz="2000" b="0" i="0" dirty="0">
                <a:solidFill>
                  <a:srgbClr val="577CCE"/>
                </a:solidFill>
                <a:effectLst/>
                <a:latin typeface="-apple-system"/>
              </a:rPr>
              <a:t>微软深度学习框架</a:t>
            </a:r>
            <a:r>
              <a:rPr lang="en-US" altLang="zh-CN" sz="2000" b="0" i="0" dirty="0">
                <a:solidFill>
                  <a:srgbClr val="577CCE"/>
                </a:solidFill>
                <a:effectLst/>
                <a:latin typeface="-apple-system"/>
              </a:rPr>
              <a:t>CNTK</a:t>
            </a:r>
          </a:p>
          <a:p>
            <a:pPr marL="0" indent="0" algn="l">
              <a:buNone/>
            </a:pPr>
            <a:r>
              <a:rPr lang="en-US" altLang="zh-CN" sz="2000" b="0" i="0" dirty="0">
                <a:solidFill>
                  <a:srgbClr val="050E17"/>
                </a:solidFill>
                <a:effectLst/>
                <a:latin typeface="-apple-system"/>
              </a:rPr>
              <a:t>2016</a:t>
            </a:r>
            <a:r>
              <a:rPr lang="zh-CN" altLang="en-US" sz="2000" b="0" i="0" dirty="0">
                <a:solidFill>
                  <a:srgbClr val="050E17"/>
                </a:solidFill>
                <a:effectLst/>
                <a:latin typeface="-apple-system"/>
              </a:rPr>
              <a:t>年</a:t>
            </a:r>
            <a:r>
              <a:rPr lang="en-US" altLang="zh-CN" sz="2000" b="0" i="0" dirty="0">
                <a:solidFill>
                  <a:srgbClr val="050E17"/>
                </a:solidFill>
                <a:effectLst/>
                <a:latin typeface="-apple-system"/>
              </a:rPr>
              <a:t>1</a:t>
            </a:r>
            <a:r>
              <a:rPr lang="zh-CN" altLang="en-US" sz="2000" b="0" i="0" dirty="0">
                <a:solidFill>
                  <a:srgbClr val="050E17"/>
                </a:solidFill>
                <a:effectLst/>
                <a:latin typeface="-apple-system"/>
              </a:rPr>
              <a:t>月</a:t>
            </a:r>
            <a:r>
              <a:rPr lang="en-US" altLang="zh-CN" sz="2000" b="0" i="0" dirty="0">
                <a:solidFill>
                  <a:srgbClr val="050E17"/>
                </a:solidFill>
                <a:effectLst/>
                <a:latin typeface="-apple-system"/>
              </a:rPr>
              <a:t>,</a:t>
            </a:r>
            <a:r>
              <a:rPr lang="zh-CN" altLang="en-US" sz="2000" b="0" i="0" dirty="0">
                <a:solidFill>
                  <a:srgbClr val="050E17"/>
                </a:solidFill>
                <a:effectLst/>
                <a:latin typeface="-apple-system"/>
              </a:rPr>
              <a:t>微软公司正式开源了由微软研究院开发的计算网络工具集</a:t>
            </a:r>
            <a:r>
              <a:rPr lang="en-US" altLang="zh-CN" sz="2000" b="0" i="0" dirty="0">
                <a:solidFill>
                  <a:srgbClr val="050E17"/>
                </a:solidFill>
                <a:effectLst/>
                <a:latin typeface="-apple-system"/>
              </a:rPr>
              <a:t>CNTK</a:t>
            </a:r>
            <a:r>
              <a:rPr lang="zh-CN" altLang="en-US" sz="2000" b="0" i="0" dirty="0">
                <a:solidFill>
                  <a:srgbClr val="050E17"/>
                </a:solidFill>
                <a:effectLst/>
                <a:latin typeface="-apple-system"/>
              </a:rPr>
              <a:t>。</a:t>
            </a:r>
            <a:r>
              <a:rPr lang="en-US" altLang="zh-CN" sz="2000" b="0" i="0" dirty="0">
                <a:solidFill>
                  <a:srgbClr val="050E17"/>
                </a:solidFill>
                <a:effectLst/>
                <a:latin typeface="-apple-system"/>
              </a:rPr>
              <a:t>CNTK</a:t>
            </a:r>
            <a:r>
              <a:rPr lang="zh-CN" altLang="en-US" sz="2000" b="0" i="0" dirty="0">
                <a:solidFill>
                  <a:srgbClr val="050E17"/>
                </a:solidFill>
                <a:effectLst/>
                <a:latin typeface="-apple-system"/>
              </a:rPr>
              <a:t>同样支持</a:t>
            </a:r>
            <a:r>
              <a:rPr lang="en-US" altLang="zh-CN" sz="2000" b="0" i="0" dirty="0">
                <a:solidFill>
                  <a:srgbClr val="050E17"/>
                </a:solidFill>
                <a:effectLst/>
                <a:latin typeface="-apple-system"/>
              </a:rPr>
              <a:t>CPU</a:t>
            </a:r>
            <a:r>
              <a:rPr lang="zh-CN" altLang="en-US" sz="2000" b="0" i="0" dirty="0">
                <a:solidFill>
                  <a:srgbClr val="050E17"/>
                </a:solidFill>
                <a:effectLst/>
                <a:latin typeface="-apple-system"/>
              </a:rPr>
              <a:t>和</a:t>
            </a:r>
            <a:r>
              <a:rPr lang="en-US" altLang="zh-CN" sz="2000" b="0" i="0" dirty="0">
                <a:solidFill>
                  <a:srgbClr val="050E17"/>
                </a:solidFill>
                <a:effectLst/>
                <a:latin typeface="-apple-system"/>
              </a:rPr>
              <a:t>GPU</a:t>
            </a:r>
            <a:r>
              <a:rPr lang="zh-CN" altLang="en-US" sz="2000" b="0" i="0" dirty="0">
                <a:solidFill>
                  <a:srgbClr val="050E17"/>
                </a:solidFill>
                <a:effectLst/>
                <a:latin typeface="-apple-system"/>
              </a:rPr>
              <a:t>模式和</a:t>
            </a:r>
            <a:r>
              <a:rPr lang="en-US" altLang="zh-CN" sz="2000" b="0" i="0" dirty="0">
                <a:solidFill>
                  <a:srgbClr val="050E17"/>
                </a:solidFill>
                <a:effectLst/>
                <a:latin typeface="-apple-system"/>
              </a:rPr>
              <a:t>TensorFlow</a:t>
            </a:r>
            <a:r>
              <a:rPr lang="zh-CN" altLang="en-US" sz="2000" b="0" i="0" dirty="0">
                <a:solidFill>
                  <a:srgbClr val="050E17"/>
                </a:solidFill>
                <a:effectLst/>
                <a:latin typeface="-apple-system"/>
              </a:rPr>
              <a:t>一样把神经网络描述成一个计算图的结构叶子节点代表输人或者网络参数</a:t>
            </a:r>
            <a:r>
              <a:rPr lang="en-US" altLang="zh-CN" sz="2000" b="0" i="0" dirty="0">
                <a:solidFill>
                  <a:srgbClr val="050E17"/>
                </a:solidFill>
                <a:effectLst/>
                <a:latin typeface="-apple-system"/>
              </a:rPr>
              <a:t>,</a:t>
            </a:r>
            <a:r>
              <a:rPr lang="zh-CN" altLang="en-US" sz="2000" b="0" i="0" dirty="0">
                <a:solidFill>
                  <a:srgbClr val="050E17"/>
                </a:solidFill>
                <a:effectLst/>
                <a:latin typeface="-apple-system"/>
              </a:rPr>
              <a:t>其他节点代表计算步骤。</a:t>
            </a:r>
            <a:endParaRPr lang="en-US" altLang="zh-CN" sz="2000" b="0" i="0" dirty="0">
              <a:solidFill>
                <a:srgbClr val="050E17"/>
              </a:solidFill>
              <a:effectLst/>
              <a:latin typeface="-apple-system"/>
            </a:endParaRPr>
          </a:p>
          <a:p>
            <a:pPr marL="0" indent="0" algn="l">
              <a:buNone/>
            </a:pPr>
            <a:r>
              <a:rPr lang="en-US" altLang="zh-CN" sz="2000" b="0" i="0" dirty="0">
                <a:solidFill>
                  <a:srgbClr val="050E17"/>
                </a:solidFill>
                <a:effectLst/>
                <a:latin typeface="-apple-system"/>
              </a:rPr>
              <a:t>CNTK</a:t>
            </a:r>
            <a:r>
              <a:rPr lang="zh-CN" altLang="en-US" sz="2000" b="0" i="0" dirty="0">
                <a:solidFill>
                  <a:srgbClr val="050E17"/>
                </a:solidFill>
                <a:effectLst/>
                <a:latin typeface="-apple-system"/>
              </a:rPr>
              <a:t>支持各种神经网络模型</a:t>
            </a:r>
            <a:r>
              <a:rPr lang="en-US" altLang="zh-CN" sz="2000" b="0" i="0" dirty="0">
                <a:solidFill>
                  <a:srgbClr val="050E17"/>
                </a:solidFill>
                <a:effectLst/>
                <a:latin typeface="-apple-system"/>
              </a:rPr>
              <a:t>,</a:t>
            </a:r>
            <a:r>
              <a:rPr lang="zh-CN" altLang="en-US" sz="2000" b="0" i="0" dirty="0">
                <a:solidFill>
                  <a:srgbClr val="050E17"/>
                </a:solidFill>
                <a:effectLst/>
                <a:latin typeface="-apple-system"/>
              </a:rPr>
              <a:t>使用简单的配置文件即可配置特定网络</a:t>
            </a:r>
            <a:r>
              <a:rPr lang="en-US" altLang="zh-CN" sz="2000" b="0" i="0" dirty="0">
                <a:solidFill>
                  <a:srgbClr val="050E17"/>
                </a:solidFill>
                <a:effectLst/>
                <a:latin typeface="-apple-system"/>
              </a:rPr>
              <a:t>,</a:t>
            </a:r>
            <a:r>
              <a:rPr lang="zh-CN" altLang="en-US" sz="2000" b="0" i="0" dirty="0">
                <a:solidFill>
                  <a:srgbClr val="050E17"/>
                </a:solidFill>
                <a:effectLst/>
                <a:latin typeface="-apple-system"/>
              </a:rPr>
              <a:t>具有较强的可扩展性。</a:t>
            </a:r>
            <a:r>
              <a:rPr lang="en-US" altLang="zh-CN" sz="2000" b="0" i="0" dirty="0">
                <a:solidFill>
                  <a:srgbClr val="050E17"/>
                </a:solidFill>
                <a:effectLst/>
                <a:latin typeface="-apple-system"/>
              </a:rPr>
              <a:t>CNTK</a:t>
            </a:r>
            <a:r>
              <a:rPr lang="zh-CN" altLang="en-US" sz="2000" b="0" i="0" dirty="0">
                <a:solidFill>
                  <a:srgbClr val="050E17"/>
                </a:solidFill>
                <a:effectLst/>
                <a:latin typeface="-apple-system"/>
              </a:rPr>
              <a:t>支持</a:t>
            </a:r>
            <a:r>
              <a:rPr lang="en-US" altLang="zh-CN" sz="2000" b="0" i="0" dirty="0">
                <a:solidFill>
                  <a:srgbClr val="050E17"/>
                </a:solidFill>
                <a:effectLst/>
                <a:latin typeface="-apple-system"/>
              </a:rPr>
              <a:t>CPU</a:t>
            </a:r>
            <a:r>
              <a:rPr lang="zh-CN" altLang="en-US" sz="2000" b="0" i="0" dirty="0">
                <a:solidFill>
                  <a:srgbClr val="050E17"/>
                </a:solidFill>
                <a:effectLst/>
                <a:latin typeface="-apple-system"/>
              </a:rPr>
              <a:t>和</a:t>
            </a:r>
            <a:r>
              <a:rPr lang="en-US" altLang="zh-CN" sz="2000" b="0" i="0" dirty="0">
                <a:solidFill>
                  <a:srgbClr val="050E17"/>
                </a:solidFill>
                <a:effectLst/>
                <a:latin typeface="-apple-system"/>
              </a:rPr>
              <a:t>GPU</a:t>
            </a:r>
            <a:r>
              <a:rPr lang="zh-CN" altLang="en-US" sz="2000" b="0" i="0" dirty="0">
                <a:solidFill>
                  <a:srgbClr val="050E17"/>
                </a:solidFill>
                <a:effectLst/>
                <a:latin typeface="-apple-system"/>
              </a:rPr>
              <a:t>，支持</a:t>
            </a:r>
            <a:r>
              <a:rPr lang="en-US" altLang="zh-CN" sz="2000" b="0" i="0" dirty="0">
                <a:solidFill>
                  <a:srgbClr val="050E17"/>
                </a:solidFill>
                <a:effectLst/>
                <a:latin typeface="-apple-system"/>
              </a:rPr>
              <a:t>CUDA</a:t>
            </a:r>
            <a:r>
              <a:rPr lang="zh-CN" altLang="en-US" sz="2000" b="0" i="0" dirty="0">
                <a:solidFill>
                  <a:srgbClr val="050E17"/>
                </a:solidFill>
                <a:effectLst/>
                <a:latin typeface="-apple-system"/>
              </a:rPr>
              <a:t>编程</a:t>
            </a:r>
            <a:r>
              <a:rPr lang="zh-CN" altLang="en-US" sz="2000" dirty="0">
                <a:solidFill>
                  <a:srgbClr val="050E17"/>
                </a:solidFill>
                <a:latin typeface="-apple-system"/>
              </a:rPr>
              <a:t>，</a:t>
            </a:r>
            <a:r>
              <a:rPr lang="zh-CN" altLang="en-US" sz="2000" b="0" i="0" dirty="0">
                <a:solidFill>
                  <a:srgbClr val="050E17"/>
                </a:solidFill>
                <a:effectLst/>
                <a:latin typeface="-apple-system"/>
              </a:rPr>
              <a:t>可自动计算所需的导数。</a:t>
            </a:r>
          </a:p>
        </p:txBody>
      </p:sp>
    </p:spTree>
    <p:custDataLst>
      <p:tags r:id="rId1"/>
    </p:custDataLst>
    <p:extLst>
      <p:ext uri="{BB962C8B-B14F-4D97-AF65-F5344CB8AC3E}">
        <p14:creationId xmlns:p14="http://schemas.microsoft.com/office/powerpoint/2010/main" val="1914141500"/>
      </p:ext>
    </p:extLst>
  </p:cSld>
  <p:clrMapOvr>
    <a:masterClrMapping/>
  </p:clrMapOvr>
  <p:transition spd="slow">
    <p:push dir="u"/>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46200" y="443230"/>
            <a:ext cx="10344785" cy="441960"/>
          </a:xfrm>
        </p:spPr>
        <p:txBody>
          <a:bodyPr/>
          <a:lstStyle/>
          <a:p>
            <a:r>
              <a:rPr lang="en-US" sz="3200" dirty="0">
                <a:sym typeface="+mn-ea"/>
              </a:rPr>
              <a:t>1.3 </a:t>
            </a:r>
            <a:r>
              <a:rPr lang="zh-CN" altLang="en-US" sz="3200" b="1" dirty="0">
                <a:solidFill>
                  <a:srgbClr val="577CCE"/>
                </a:solidFill>
                <a:latin typeface="+mj-ea"/>
                <a:ea typeface="+mj-ea"/>
              </a:rPr>
              <a:t>机器学习工作包及深度学习框架</a:t>
            </a:r>
            <a:endParaRPr sz="3200" dirty="0">
              <a:solidFill>
                <a:srgbClr val="FF0000"/>
              </a:solidFill>
              <a:sym typeface="+mn-ea"/>
            </a:endParaRPr>
          </a:p>
        </p:txBody>
      </p:sp>
      <p:sp>
        <p:nvSpPr>
          <p:cNvPr id="3" name="内容占位符 2">
            <a:extLst>
              <a:ext uri="{FF2B5EF4-FFF2-40B4-BE49-F238E27FC236}">
                <a16:creationId xmlns:a16="http://schemas.microsoft.com/office/drawing/2014/main" id="{15DB4EFB-EE99-6C01-047B-6FD8ACD3ED83}"/>
              </a:ext>
            </a:extLst>
          </p:cNvPr>
          <p:cNvSpPr>
            <a:spLocks noGrp="1"/>
          </p:cNvSpPr>
          <p:nvPr/>
        </p:nvSpPr>
        <p:spPr>
          <a:xfrm>
            <a:off x="968057" y="1366577"/>
            <a:ext cx="10810086" cy="5361394"/>
          </a:xfrm>
          <a:prstGeom prst="rect">
            <a:avLst/>
          </a:prstGeo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l">
              <a:buNone/>
            </a:pPr>
            <a:r>
              <a:rPr lang="en-US" altLang="zh-CN" sz="2000" b="0" i="0" dirty="0">
                <a:solidFill>
                  <a:srgbClr val="577CCE"/>
                </a:solidFill>
                <a:effectLst/>
                <a:latin typeface="-apple-system"/>
              </a:rPr>
              <a:t>(5)</a:t>
            </a:r>
            <a:r>
              <a:rPr lang="en-US" altLang="zh-CN" sz="2000" b="0" i="0" dirty="0" err="1">
                <a:solidFill>
                  <a:srgbClr val="577CCE"/>
                </a:solidFill>
                <a:effectLst/>
                <a:latin typeface="-apple-system"/>
              </a:rPr>
              <a:t>Keras</a:t>
            </a:r>
            <a:endParaRPr lang="en-US" altLang="zh-CN" sz="2000" b="0" i="0" dirty="0">
              <a:solidFill>
                <a:srgbClr val="577CCE"/>
              </a:solidFill>
              <a:effectLst/>
              <a:latin typeface="-apple-system"/>
            </a:endParaRPr>
          </a:p>
          <a:p>
            <a:pPr marL="0" indent="0" algn="l">
              <a:buNone/>
            </a:pPr>
            <a:r>
              <a:rPr lang="en-US" altLang="zh-CN" sz="2000" b="0" i="0" dirty="0" err="1">
                <a:solidFill>
                  <a:srgbClr val="050E17"/>
                </a:solidFill>
                <a:effectLst/>
                <a:latin typeface="-apple-system"/>
              </a:rPr>
              <a:t>Keras</a:t>
            </a:r>
            <a:r>
              <a:rPr lang="zh-CN" altLang="en-US" sz="2000" b="0" i="0" dirty="0">
                <a:solidFill>
                  <a:srgbClr val="050E17"/>
                </a:solidFill>
                <a:effectLst/>
                <a:latin typeface="-apple-system"/>
              </a:rPr>
              <a:t>发布于</a:t>
            </a:r>
            <a:r>
              <a:rPr lang="en-US" altLang="zh-CN" sz="2000" b="0" i="0" dirty="0">
                <a:solidFill>
                  <a:srgbClr val="050E17"/>
                </a:solidFill>
                <a:effectLst/>
                <a:latin typeface="-apple-system"/>
              </a:rPr>
              <a:t>2015</a:t>
            </a:r>
            <a:r>
              <a:rPr lang="zh-CN" altLang="en-US" sz="2000" b="0" i="0" dirty="0">
                <a:solidFill>
                  <a:srgbClr val="050E17"/>
                </a:solidFill>
                <a:effectLst/>
                <a:latin typeface="-apple-system"/>
              </a:rPr>
              <a:t>年，是一个</a:t>
            </a:r>
            <a:r>
              <a:rPr lang="zh-CN" altLang="en-US" sz="2000" b="0" i="0" dirty="0">
                <a:solidFill>
                  <a:srgbClr val="FF0000"/>
                </a:solidFill>
                <a:effectLst/>
                <a:latin typeface="-apple-system"/>
              </a:rPr>
              <a:t>用</a:t>
            </a:r>
            <a:r>
              <a:rPr lang="en-US" altLang="zh-CN" sz="2000" b="0" i="0" dirty="0">
                <a:solidFill>
                  <a:srgbClr val="FF0000"/>
                </a:solidFill>
                <a:effectLst/>
                <a:latin typeface="-apple-system"/>
              </a:rPr>
              <a:t>Python</a:t>
            </a:r>
            <a:r>
              <a:rPr lang="zh-CN" altLang="en-US" sz="2000" b="0" i="0" dirty="0">
                <a:solidFill>
                  <a:srgbClr val="FF0000"/>
                </a:solidFill>
                <a:effectLst/>
                <a:latin typeface="-apple-system"/>
              </a:rPr>
              <a:t>编写的高级神经网络</a:t>
            </a:r>
            <a:r>
              <a:rPr lang="en-US" altLang="zh-CN" sz="2000" b="0" i="0" dirty="0">
                <a:solidFill>
                  <a:srgbClr val="FF0000"/>
                </a:solidFill>
                <a:effectLst/>
                <a:latin typeface="-apple-system"/>
              </a:rPr>
              <a:t>API</a:t>
            </a:r>
            <a:r>
              <a:rPr lang="zh-CN" altLang="en-US" sz="2000" b="0" i="0" dirty="0">
                <a:solidFill>
                  <a:srgbClr val="050E17"/>
                </a:solidFill>
                <a:effectLst/>
                <a:latin typeface="-apple-system"/>
              </a:rPr>
              <a:t>。它将</a:t>
            </a:r>
            <a:r>
              <a:rPr lang="en-US" altLang="zh-CN" sz="2000" b="0" i="0" dirty="0">
                <a:solidFill>
                  <a:srgbClr val="050E17"/>
                </a:solidFill>
                <a:effectLst/>
                <a:latin typeface="-apple-system"/>
              </a:rPr>
              <a:t>TensorFlow</a:t>
            </a:r>
            <a:r>
              <a:rPr lang="zh-CN" altLang="en-US" sz="2000" b="0" i="0" dirty="0">
                <a:solidFill>
                  <a:srgbClr val="050E17"/>
                </a:solidFill>
                <a:effectLst/>
                <a:latin typeface="-apple-system"/>
              </a:rPr>
              <a:t>、</a:t>
            </a:r>
            <a:r>
              <a:rPr lang="en-US" altLang="zh-CN" sz="2000" b="0" i="0" dirty="0">
                <a:solidFill>
                  <a:srgbClr val="050E17"/>
                </a:solidFill>
                <a:effectLst/>
                <a:latin typeface="-apple-system"/>
              </a:rPr>
              <a:t>CNTK</a:t>
            </a:r>
            <a:r>
              <a:rPr lang="zh-CN" altLang="en-US" sz="2000" b="0" i="0" dirty="0">
                <a:solidFill>
                  <a:srgbClr val="050E17"/>
                </a:solidFill>
                <a:effectLst/>
                <a:latin typeface="-apple-system"/>
              </a:rPr>
              <a:t>或</a:t>
            </a:r>
            <a:r>
              <a:rPr lang="en-US" altLang="zh-CN" sz="2000" b="0" i="0" dirty="0">
                <a:solidFill>
                  <a:srgbClr val="050E17"/>
                </a:solidFill>
                <a:effectLst/>
                <a:latin typeface="-apple-system"/>
              </a:rPr>
              <a:t>Theano</a:t>
            </a:r>
            <a:r>
              <a:rPr lang="zh-CN" altLang="en-US" sz="2000" b="0" i="0" dirty="0">
                <a:solidFill>
                  <a:srgbClr val="050E17"/>
                </a:solidFill>
                <a:effectLst/>
                <a:latin typeface="-apple-system"/>
              </a:rPr>
              <a:t>作为后端。</a:t>
            </a:r>
            <a:r>
              <a:rPr lang="en-US" altLang="zh-CN" sz="2000" b="0" i="0" dirty="0" err="1">
                <a:solidFill>
                  <a:srgbClr val="050E17"/>
                </a:solidFill>
                <a:effectLst/>
                <a:latin typeface="-apple-system"/>
              </a:rPr>
              <a:t>Keras</a:t>
            </a:r>
            <a:r>
              <a:rPr lang="zh-CN" altLang="en-US" sz="2000" b="0" i="0" dirty="0">
                <a:solidFill>
                  <a:srgbClr val="050E17"/>
                </a:solidFill>
                <a:effectLst/>
                <a:latin typeface="-apple-system"/>
              </a:rPr>
              <a:t>的开发目的是支持快速的实验算法，能够以最小的时延把设计的模型转换为实验结果。由于它具有用户友好、高度模块化、可扩展等特点，可以进行简单而快速的原型设计。同时，</a:t>
            </a:r>
            <a:r>
              <a:rPr lang="en-US" altLang="zh-CN" sz="2000" b="0" i="0" dirty="0" err="1">
                <a:solidFill>
                  <a:srgbClr val="050E17"/>
                </a:solidFill>
                <a:effectLst/>
                <a:latin typeface="-apple-system"/>
              </a:rPr>
              <a:t>Keras</a:t>
            </a:r>
            <a:r>
              <a:rPr lang="zh-CN" altLang="en-US" sz="2000" b="0" i="0" dirty="0">
                <a:solidFill>
                  <a:srgbClr val="050E17"/>
                </a:solidFill>
                <a:effectLst/>
                <a:latin typeface="-apple-system"/>
              </a:rPr>
              <a:t>支持卷积神经网络和循环神经网络，以及两者的组合可以在</a:t>
            </a:r>
            <a:r>
              <a:rPr lang="en-US" altLang="zh-CN" sz="2000" b="0" i="0" dirty="0">
                <a:solidFill>
                  <a:srgbClr val="050E17"/>
                </a:solidFill>
                <a:effectLst/>
                <a:latin typeface="-apple-system"/>
              </a:rPr>
              <a:t>CPU</a:t>
            </a:r>
            <a:r>
              <a:rPr lang="zh-CN" altLang="en-US" sz="2000" b="0" i="0" dirty="0">
                <a:solidFill>
                  <a:srgbClr val="050E17"/>
                </a:solidFill>
                <a:effectLst/>
                <a:latin typeface="-apple-system"/>
              </a:rPr>
              <a:t>和</a:t>
            </a:r>
            <a:r>
              <a:rPr lang="en-US" altLang="zh-CN" sz="2000" b="0" i="0" dirty="0">
                <a:solidFill>
                  <a:srgbClr val="050E17"/>
                </a:solidFill>
                <a:effectLst/>
                <a:latin typeface="-apple-system"/>
              </a:rPr>
              <a:t>GPU</a:t>
            </a:r>
            <a:r>
              <a:rPr lang="zh-CN" altLang="en-US" sz="2000" b="0" i="0" dirty="0">
                <a:solidFill>
                  <a:srgbClr val="050E17"/>
                </a:solidFill>
                <a:effectLst/>
                <a:latin typeface="-apple-system"/>
              </a:rPr>
              <a:t>上无缝运行。</a:t>
            </a:r>
            <a:endParaRPr lang="en-US" altLang="zh-CN" sz="2000" b="0" i="0" dirty="0">
              <a:solidFill>
                <a:srgbClr val="050E17"/>
              </a:solidFill>
              <a:effectLst/>
              <a:latin typeface="-apple-system"/>
            </a:endParaRPr>
          </a:p>
          <a:p>
            <a:pPr marL="0" indent="0" algn="l">
              <a:buNone/>
            </a:pPr>
            <a:r>
              <a:rPr lang="en-US" altLang="zh-CN" sz="2000" b="0" i="0" dirty="0">
                <a:solidFill>
                  <a:srgbClr val="577CCE"/>
                </a:solidFill>
                <a:effectLst/>
                <a:latin typeface="-apple-system"/>
              </a:rPr>
              <a:t>(6)</a:t>
            </a:r>
            <a:r>
              <a:rPr lang="zh-CN" altLang="en-US" sz="2000" b="0" i="0" dirty="0">
                <a:solidFill>
                  <a:srgbClr val="577CCE"/>
                </a:solidFill>
                <a:effectLst/>
                <a:latin typeface="-apple-system"/>
              </a:rPr>
              <a:t>亚马逊深度学习框架</a:t>
            </a:r>
            <a:r>
              <a:rPr lang="en-US" altLang="zh-CN" sz="2000" b="0" i="0" dirty="0" err="1">
                <a:solidFill>
                  <a:srgbClr val="577CCE"/>
                </a:solidFill>
                <a:effectLst/>
                <a:latin typeface="-apple-system"/>
              </a:rPr>
              <a:t>MXNet</a:t>
            </a:r>
            <a:endParaRPr lang="en-US" altLang="zh-CN" sz="2000" b="0" i="0" dirty="0">
              <a:solidFill>
                <a:srgbClr val="577CCE"/>
              </a:solidFill>
              <a:effectLst/>
              <a:latin typeface="-apple-system"/>
            </a:endParaRPr>
          </a:p>
          <a:p>
            <a:pPr marL="0" indent="0" algn="l">
              <a:buNone/>
            </a:pPr>
            <a:r>
              <a:rPr lang="en-US" altLang="zh-CN" sz="2000" b="0" i="0" dirty="0" err="1">
                <a:solidFill>
                  <a:srgbClr val="050E17"/>
                </a:solidFill>
                <a:effectLst/>
                <a:latin typeface="-apple-system"/>
              </a:rPr>
              <a:t>MXNet</a:t>
            </a:r>
            <a:r>
              <a:rPr lang="en-US" altLang="zh-CN" sz="2000" b="0" i="0" dirty="0">
                <a:solidFill>
                  <a:srgbClr val="050E17"/>
                </a:solidFill>
                <a:effectLst/>
                <a:latin typeface="-apple-system"/>
              </a:rPr>
              <a:t> </a:t>
            </a:r>
            <a:r>
              <a:rPr lang="zh-CN" altLang="en-US" sz="2000" b="0" i="0" dirty="0">
                <a:solidFill>
                  <a:srgbClr val="050E17"/>
                </a:solidFill>
                <a:effectLst/>
                <a:latin typeface="-apple-system"/>
              </a:rPr>
              <a:t>提供 </a:t>
            </a:r>
            <a:r>
              <a:rPr lang="en-US" altLang="zh-CN" sz="2000" b="0" i="0" dirty="0" err="1">
                <a:solidFill>
                  <a:srgbClr val="050E17"/>
                </a:solidFill>
                <a:effectLst/>
                <a:latin typeface="-apple-system"/>
              </a:rPr>
              <a:t>Numpy</a:t>
            </a:r>
            <a:r>
              <a:rPr lang="en-US" altLang="zh-CN" sz="2000" b="0" i="0" dirty="0">
                <a:solidFill>
                  <a:srgbClr val="050E17"/>
                </a:solidFill>
                <a:effectLst/>
                <a:latin typeface="-apple-system"/>
              </a:rPr>
              <a:t> </a:t>
            </a:r>
            <a:r>
              <a:rPr lang="zh-CN" altLang="en-US" sz="2000" b="0" i="0" dirty="0">
                <a:solidFill>
                  <a:srgbClr val="050E17"/>
                </a:solidFill>
                <a:effectLst/>
                <a:latin typeface="-apple-system"/>
              </a:rPr>
              <a:t>类编程接口，</a:t>
            </a:r>
            <a:r>
              <a:rPr lang="en-US" altLang="zh-CN" sz="2000" b="0" i="0" dirty="0" err="1">
                <a:solidFill>
                  <a:srgbClr val="050E17"/>
                </a:solidFill>
                <a:effectLst/>
                <a:latin typeface="-apple-system"/>
              </a:rPr>
              <a:t>Numpy</a:t>
            </a:r>
            <a:r>
              <a:rPr lang="en-US" altLang="zh-CN" sz="2000" b="0" i="0" dirty="0">
                <a:solidFill>
                  <a:srgbClr val="050E17"/>
                </a:solidFill>
                <a:effectLst/>
                <a:latin typeface="-apple-system"/>
              </a:rPr>
              <a:t> </a:t>
            </a:r>
            <a:r>
              <a:rPr lang="zh-CN" altLang="en-US" sz="2000" b="0" i="0" dirty="0">
                <a:solidFill>
                  <a:srgbClr val="050E17"/>
                </a:solidFill>
                <a:effectLst/>
                <a:latin typeface="-apple-system"/>
              </a:rPr>
              <a:t>用户可以轻松地采用 </a:t>
            </a:r>
            <a:r>
              <a:rPr lang="en-US" altLang="zh-CN" sz="2000" b="0" i="0" dirty="0" err="1">
                <a:solidFill>
                  <a:srgbClr val="050E17"/>
                </a:solidFill>
                <a:effectLst/>
                <a:latin typeface="-apple-system"/>
              </a:rPr>
              <a:t>MXNet</a:t>
            </a:r>
            <a:r>
              <a:rPr lang="en-US" altLang="zh-CN" sz="2000" b="0" i="0" dirty="0">
                <a:solidFill>
                  <a:srgbClr val="050E17"/>
                </a:solidFill>
                <a:effectLst/>
                <a:latin typeface="-apple-system"/>
              </a:rPr>
              <a:t> </a:t>
            </a:r>
            <a:r>
              <a:rPr lang="zh-CN" altLang="en-US" sz="2000" b="0" i="0" dirty="0">
                <a:solidFill>
                  <a:srgbClr val="050E17"/>
                </a:solidFill>
                <a:effectLst/>
                <a:latin typeface="-apple-system"/>
              </a:rPr>
              <a:t>开始深度学习。同时具有灵活的编程模型，支持命令式和符号式编程模型以最大化效率和性能。</a:t>
            </a:r>
            <a:r>
              <a:rPr lang="en-US" altLang="zh-CN" sz="2000" b="0" i="0" dirty="0" err="1">
                <a:solidFill>
                  <a:srgbClr val="050E17"/>
                </a:solidFill>
                <a:effectLst/>
                <a:latin typeface="-apple-system"/>
              </a:rPr>
              <a:t>MXNet</a:t>
            </a:r>
            <a:r>
              <a:rPr lang="en-US" altLang="zh-CN" sz="2000" b="0" i="0" dirty="0">
                <a:solidFill>
                  <a:srgbClr val="050E17"/>
                </a:solidFill>
                <a:effectLst/>
                <a:latin typeface="-apple-system"/>
              </a:rPr>
              <a:t> </a:t>
            </a:r>
            <a:r>
              <a:rPr lang="zh-CN" altLang="en-US" sz="2000" b="0" i="0" dirty="0">
                <a:solidFill>
                  <a:srgbClr val="050E17"/>
                </a:solidFill>
                <a:effectLst/>
                <a:latin typeface="-apple-system"/>
              </a:rPr>
              <a:t>具有良好的可移植性，可运行于多 </a:t>
            </a:r>
            <a:r>
              <a:rPr lang="en-US" altLang="zh-CN" sz="2000" b="0" i="0" dirty="0">
                <a:solidFill>
                  <a:srgbClr val="050E17"/>
                </a:solidFill>
                <a:effectLst/>
                <a:latin typeface="-apple-system"/>
              </a:rPr>
              <a:t>CPU</a:t>
            </a:r>
            <a:r>
              <a:rPr lang="zh-CN" altLang="en-US" sz="2000" b="0" i="0" dirty="0">
                <a:solidFill>
                  <a:srgbClr val="050E17"/>
                </a:solidFill>
                <a:effectLst/>
                <a:latin typeface="-apple-system"/>
              </a:rPr>
              <a:t>、多 </a:t>
            </a:r>
            <a:r>
              <a:rPr lang="en-US" altLang="zh-CN" sz="2000" b="0" i="0" dirty="0">
                <a:solidFill>
                  <a:srgbClr val="050E17"/>
                </a:solidFill>
                <a:effectLst/>
                <a:latin typeface="-apple-system"/>
              </a:rPr>
              <a:t>GPU</a:t>
            </a:r>
            <a:r>
              <a:rPr lang="zh-CN" altLang="en-US" sz="2000" b="0" i="0" dirty="0">
                <a:solidFill>
                  <a:srgbClr val="050E17"/>
                </a:solidFill>
                <a:effectLst/>
                <a:latin typeface="-apple-system"/>
              </a:rPr>
              <a:t>、集群、服务器、工作站甚至移动智能设备，同时支持多种主流编程语言，包括 </a:t>
            </a:r>
            <a:r>
              <a:rPr lang="en-US" altLang="zh-CN" sz="2000" b="0" i="0" dirty="0">
                <a:solidFill>
                  <a:srgbClr val="050E17"/>
                </a:solidFill>
                <a:effectLst/>
                <a:latin typeface="-apple-system"/>
              </a:rPr>
              <a:t>Python</a:t>
            </a:r>
            <a:r>
              <a:rPr lang="zh-CN" altLang="en-US" sz="2000" b="0" i="0" dirty="0">
                <a:solidFill>
                  <a:srgbClr val="050E17"/>
                </a:solidFill>
                <a:effectLst/>
                <a:latin typeface="-apple-system"/>
              </a:rPr>
              <a:t>、</a:t>
            </a:r>
            <a:r>
              <a:rPr lang="en-US" altLang="zh-CN" sz="2000" b="0" i="0" dirty="0">
                <a:solidFill>
                  <a:srgbClr val="050E17"/>
                </a:solidFill>
                <a:effectLst/>
                <a:latin typeface="-apple-system"/>
              </a:rPr>
              <a:t>Java</a:t>
            </a:r>
            <a:r>
              <a:rPr lang="zh-CN" altLang="en-US" sz="2000" b="0" i="0" dirty="0">
                <a:solidFill>
                  <a:srgbClr val="050E17"/>
                </a:solidFill>
                <a:effectLst/>
                <a:latin typeface="-apple-system"/>
              </a:rPr>
              <a:t>、</a:t>
            </a:r>
            <a:r>
              <a:rPr lang="en-US" altLang="zh-CN" sz="2000" b="0" i="0" dirty="0">
                <a:solidFill>
                  <a:srgbClr val="050E17"/>
                </a:solidFill>
                <a:effectLst/>
                <a:latin typeface="-apple-system"/>
              </a:rPr>
              <a:t>C++</a:t>
            </a:r>
            <a:r>
              <a:rPr lang="zh-CN" altLang="en-US" sz="2000" b="0" i="0" dirty="0">
                <a:solidFill>
                  <a:srgbClr val="050E17"/>
                </a:solidFill>
                <a:effectLst/>
                <a:latin typeface="-apple-system"/>
              </a:rPr>
              <a:t>、</a:t>
            </a:r>
            <a:r>
              <a:rPr lang="en-US" altLang="zh-CN" sz="2000" b="0" i="0" dirty="0">
                <a:solidFill>
                  <a:srgbClr val="050E17"/>
                </a:solidFill>
                <a:effectLst/>
                <a:latin typeface="-apple-system"/>
              </a:rPr>
              <a:t>R</a:t>
            </a:r>
            <a:r>
              <a:rPr lang="zh-CN" altLang="en-US" sz="2000" b="0" i="0" dirty="0">
                <a:solidFill>
                  <a:srgbClr val="050E17"/>
                </a:solidFill>
                <a:effectLst/>
                <a:latin typeface="-apple-system"/>
              </a:rPr>
              <a:t>、</a:t>
            </a:r>
            <a:r>
              <a:rPr lang="en-US" altLang="zh-CN" sz="2000" b="0" i="0" dirty="0">
                <a:solidFill>
                  <a:srgbClr val="050E17"/>
                </a:solidFill>
                <a:effectLst/>
                <a:latin typeface="-apple-system"/>
              </a:rPr>
              <a:t>Scala</a:t>
            </a:r>
            <a:r>
              <a:rPr lang="zh-CN" altLang="en-US" sz="2000" b="0" i="0" dirty="0">
                <a:solidFill>
                  <a:srgbClr val="050E17"/>
                </a:solidFill>
                <a:effectLst/>
                <a:latin typeface="-apple-system"/>
              </a:rPr>
              <a:t>、</a:t>
            </a:r>
            <a:r>
              <a:rPr lang="en-US" altLang="zh-CN" sz="2000" b="0" i="0" dirty="0">
                <a:solidFill>
                  <a:srgbClr val="050E17"/>
                </a:solidFill>
                <a:effectLst/>
                <a:latin typeface="-apple-system"/>
              </a:rPr>
              <a:t>Clojure</a:t>
            </a:r>
            <a:r>
              <a:rPr lang="zh-CN" altLang="en-US" sz="2000" b="0" i="0" dirty="0">
                <a:solidFill>
                  <a:srgbClr val="050E17"/>
                </a:solidFill>
                <a:effectLst/>
                <a:latin typeface="-apple-system"/>
              </a:rPr>
              <a:t>、</a:t>
            </a:r>
            <a:r>
              <a:rPr lang="en-US" altLang="zh-CN" sz="2000" b="0" i="0" dirty="0">
                <a:solidFill>
                  <a:srgbClr val="050E17"/>
                </a:solidFill>
                <a:effectLst/>
                <a:latin typeface="-apple-system"/>
              </a:rPr>
              <a:t>Go</a:t>
            </a:r>
            <a:r>
              <a:rPr lang="zh-CN" altLang="en-US" sz="2000" b="0" i="0" dirty="0">
                <a:solidFill>
                  <a:srgbClr val="050E17"/>
                </a:solidFill>
                <a:effectLst/>
                <a:latin typeface="-apple-system"/>
              </a:rPr>
              <a:t>、</a:t>
            </a:r>
            <a:r>
              <a:rPr lang="en-US" altLang="zh-CN" sz="2000" b="0" i="0" dirty="0">
                <a:solidFill>
                  <a:srgbClr val="050E17"/>
                </a:solidFill>
                <a:effectLst/>
                <a:latin typeface="-apple-system"/>
              </a:rPr>
              <a:t>JavaScript</a:t>
            </a:r>
            <a:r>
              <a:rPr lang="zh-CN" altLang="en-US" sz="2000" b="0" i="0" dirty="0">
                <a:solidFill>
                  <a:srgbClr val="050E17"/>
                </a:solidFill>
                <a:effectLst/>
                <a:latin typeface="-apple-system"/>
              </a:rPr>
              <a:t>、</a:t>
            </a:r>
            <a:r>
              <a:rPr lang="en-US" altLang="zh-CN" sz="2000" b="0" i="0" dirty="0">
                <a:solidFill>
                  <a:srgbClr val="050E17"/>
                </a:solidFill>
                <a:effectLst/>
                <a:latin typeface="-apple-system"/>
              </a:rPr>
              <a:t>Perl </a:t>
            </a:r>
            <a:r>
              <a:rPr lang="zh-CN" altLang="en-US" sz="2000" b="0" i="0" dirty="0">
                <a:solidFill>
                  <a:srgbClr val="050E17"/>
                </a:solidFill>
                <a:effectLst/>
                <a:latin typeface="-apple-system"/>
              </a:rPr>
              <a:t>和 </a:t>
            </a:r>
            <a:r>
              <a:rPr lang="en-US" altLang="zh-CN" sz="2000" b="0" i="0" dirty="0">
                <a:solidFill>
                  <a:srgbClr val="050E17"/>
                </a:solidFill>
                <a:effectLst/>
                <a:latin typeface="-apple-system"/>
              </a:rPr>
              <a:t>Julia </a:t>
            </a:r>
            <a:r>
              <a:rPr lang="zh-CN" altLang="en-US" sz="2000" b="0" i="0" dirty="0">
                <a:solidFill>
                  <a:srgbClr val="050E17"/>
                </a:solidFill>
                <a:effectLst/>
                <a:latin typeface="-apple-system"/>
              </a:rPr>
              <a:t>等。</a:t>
            </a:r>
          </a:p>
        </p:txBody>
      </p:sp>
    </p:spTree>
    <p:custDataLst>
      <p:tags r:id="rId1"/>
    </p:custDataLst>
    <p:extLst>
      <p:ext uri="{BB962C8B-B14F-4D97-AF65-F5344CB8AC3E}">
        <p14:creationId xmlns:p14="http://schemas.microsoft.com/office/powerpoint/2010/main" val="2973474864"/>
      </p:ext>
    </p:extLst>
  </p:cSld>
  <p:clrMapOvr>
    <a:masterClrMapping/>
  </p:clrMapOvr>
  <p:transition spd="slow">
    <p:push dir="u"/>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46200" y="443230"/>
            <a:ext cx="10344785" cy="441960"/>
          </a:xfrm>
        </p:spPr>
        <p:txBody>
          <a:bodyPr/>
          <a:lstStyle/>
          <a:p>
            <a:r>
              <a:rPr lang="en-US" sz="3200" dirty="0">
                <a:sym typeface="+mn-ea"/>
              </a:rPr>
              <a:t>1.3 </a:t>
            </a:r>
            <a:r>
              <a:rPr lang="zh-CN" altLang="en-US" sz="3200" b="1" dirty="0">
                <a:solidFill>
                  <a:srgbClr val="577CCE"/>
                </a:solidFill>
                <a:latin typeface="+mj-ea"/>
                <a:ea typeface="+mj-ea"/>
              </a:rPr>
              <a:t>机器学习工作包及深度学习框架</a:t>
            </a:r>
            <a:endParaRPr sz="3200" dirty="0">
              <a:solidFill>
                <a:srgbClr val="FF0000"/>
              </a:solidFill>
              <a:sym typeface="+mn-ea"/>
            </a:endParaRPr>
          </a:p>
        </p:txBody>
      </p:sp>
      <p:sp>
        <p:nvSpPr>
          <p:cNvPr id="3" name="内容占位符 2">
            <a:extLst>
              <a:ext uri="{FF2B5EF4-FFF2-40B4-BE49-F238E27FC236}">
                <a16:creationId xmlns:a16="http://schemas.microsoft.com/office/drawing/2014/main" id="{15DB4EFB-EE99-6C01-047B-6FD8ACD3ED83}"/>
              </a:ext>
            </a:extLst>
          </p:cNvPr>
          <p:cNvSpPr>
            <a:spLocks noGrp="1"/>
          </p:cNvSpPr>
          <p:nvPr/>
        </p:nvSpPr>
        <p:spPr>
          <a:xfrm>
            <a:off x="968057" y="1366577"/>
            <a:ext cx="10810086" cy="5361394"/>
          </a:xfrm>
          <a:prstGeom prst="rect">
            <a:avLst/>
          </a:prstGeo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l">
              <a:buNone/>
            </a:pPr>
            <a:r>
              <a:rPr lang="en-US" altLang="zh-CN" sz="2000" b="0" i="0" dirty="0">
                <a:solidFill>
                  <a:srgbClr val="577CCE"/>
                </a:solidFill>
                <a:effectLst/>
                <a:latin typeface="-apple-system"/>
              </a:rPr>
              <a:t>(7) </a:t>
            </a:r>
            <a:r>
              <a:rPr lang="en-US" altLang="zh-CN" sz="2000" b="0" i="0" dirty="0" err="1">
                <a:solidFill>
                  <a:srgbClr val="577CCE"/>
                </a:solidFill>
                <a:effectLst/>
                <a:latin typeface="-apple-system"/>
              </a:rPr>
              <a:t>FaceBook</a:t>
            </a:r>
            <a:r>
              <a:rPr lang="en-US" altLang="zh-CN" sz="2000" b="0" i="0" dirty="0">
                <a:solidFill>
                  <a:srgbClr val="577CCE"/>
                </a:solidFill>
                <a:effectLst/>
                <a:latin typeface="-apple-system"/>
              </a:rPr>
              <a:t> </a:t>
            </a:r>
            <a:r>
              <a:rPr lang="zh-CN" altLang="en-US" sz="2000" b="0" i="0" dirty="0">
                <a:solidFill>
                  <a:srgbClr val="577CCE"/>
                </a:solidFill>
                <a:effectLst/>
                <a:latin typeface="-apple-system"/>
              </a:rPr>
              <a:t>深度学习框架 </a:t>
            </a:r>
            <a:r>
              <a:rPr lang="en-US" altLang="zh-CN" sz="2000" b="0" i="0" dirty="0" err="1">
                <a:solidFill>
                  <a:srgbClr val="577CCE"/>
                </a:solidFill>
                <a:effectLst/>
                <a:latin typeface="-apple-system"/>
              </a:rPr>
              <a:t>PyTorch</a:t>
            </a:r>
            <a:endParaRPr lang="en-US" altLang="zh-CN" sz="2000" b="0" i="0" dirty="0">
              <a:solidFill>
                <a:srgbClr val="577CCE"/>
              </a:solidFill>
              <a:effectLst/>
              <a:latin typeface="-apple-system"/>
            </a:endParaRPr>
          </a:p>
          <a:p>
            <a:pPr marL="0" indent="0" algn="l">
              <a:buNone/>
            </a:pPr>
            <a:r>
              <a:rPr lang="en-US" altLang="zh-CN" sz="2000" b="0" i="0" dirty="0" err="1">
                <a:solidFill>
                  <a:srgbClr val="050E17"/>
                </a:solidFill>
                <a:effectLst/>
                <a:latin typeface="-apple-system"/>
              </a:rPr>
              <a:t>PyTorch</a:t>
            </a:r>
            <a:r>
              <a:rPr lang="zh-CN" altLang="en-US" sz="2000" b="0" i="0" dirty="0">
                <a:solidFill>
                  <a:srgbClr val="050E17"/>
                </a:solidFill>
                <a:effectLst/>
                <a:latin typeface="-apple-system"/>
              </a:rPr>
              <a:t>是一个</a:t>
            </a:r>
            <a:r>
              <a:rPr lang="zh-CN" altLang="en-US" sz="2000" b="0" i="0" dirty="0">
                <a:solidFill>
                  <a:srgbClr val="FF0000"/>
                </a:solidFill>
                <a:effectLst/>
                <a:latin typeface="-apple-system"/>
              </a:rPr>
              <a:t>高效、易用、灵活的动态计算图框架</a:t>
            </a:r>
            <a:r>
              <a:rPr lang="zh-CN" altLang="en-US" sz="2000" b="0" i="0" dirty="0">
                <a:solidFill>
                  <a:srgbClr val="050E17"/>
                </a:solidFill>
                <a:effectLst/>
                <a:latin typeface="-apple-system"/>
              </a:rPr>
              <a:t>，在</a:t>
            </a:r>
            <a:r>
              <a:rPr lang="en-US" altLang="zh-CN" sz="2000" b="0" i="0" dirty="0">
                <a:solidFill>
                  <a:srgbClr val="050E17"/>
                </a:solidFill>
                <a:effectLst/>
                <a:latin typeface="-apple-system"/>
              </a:rPr>
              <a:t>2017</a:t>
            </a:r>
            <a:r>
              <a:rPr lang="zh-CN" altLang="en-US" sz="2000" b="0" i="0" dirty="0">
                <a:solidFill>
                  <a:srgbClr val="050E17"/>
                </a:solidFill>
                <a:effectLst/>
                <a:latin typeface="-apple-system"/>
              </a:rPr>
              <a:t>年由</a:t>
            </a:r>
            <a:r>
              <a:rPr lang="en-US" altLang="zh-CN" sz="2000" b="0" i="0" dirty="0">
                <a:solidFill>
                  <a:srgbClr val="050E17"/>
                </a:solidFill>
                <a:effectLst/>
                <a:latin typeface="-apple-system"/>
              </a:rPr>
              <a:t>Facebook</a:t>
            </a:r>
            <a:r>
              <a:rPr lang="zh-CN" altLang="en-US" sz="2000" b="0" i="0" dirty="0">
                <a:solidFill>
                  <a:srgbClr val="050E17"/>
                </a:solidFill>
                <a:effectLst/>
                <a:latin typeface="-apple-system"/>
              </a:rPr>
              <a:t>的</a:t>
            </a:r>
            <a:r>
              <a:rPr lang="en-US" altLang="zh-CN" sz="2000" b="0" i="0" dirty="0">
                <a:solidFill>
                  <a:srgbClr val="050E17"/>
                </a:solidFill>
                <a:effectLst/>
                <a:latin typeface="-apple-system"/>
              </a:rPr>
              <a:t>FAIR</a:t>
            </a:r>
            <a:r>
              <a:rPr lang="zh-CN" altLang="en-US" sz="2000" b="0" i="0" dirty="0">
                <a:solidFill>
                  <a:srgbClr val="050E17"/>
                </a:solidFill>
                <a:effectLst/>
                <a:latin typeface="-apple-system"/>
              </a:rPr>
              <a:t>团队发布到</a:t>
            </a:r>
            <a:r>
              <a:rPr lang="en-US" altLang="zh-CN" sz="2000" b="0" i="0" dirty="0">
                <a:solidFill>
                  <a:srgbClr val="050E17"/>
                </a:solidFill>
                <a:effectLst/>
                <a:latin typeface="-apple-system"/>
              </a:rPr>
              <a:t>GitHub</a:t>
            </a:r>
            <a:r>
              <a:rPr lang="zh-CN" altLang="en-US" sz="2000" b="0" i="0" dirty="0">
                <a:solidFill>
                  <a:srgbClr val="050E17"/>
                </a:solidFill>
                <a:effectLst/>
                <a:latin typeface="-apple-system"/>
              </a:rPr>
              <a:t>上。它支持实时变量查看和前向传播的自定义修改，让用户专注于实现自己的想法，而不用过多关注框架的限制。</a:t>
            </a:r>
            <a:r>
              <a:rPr lang="en-US" altLang="zh-CN" sz="2000" b="0" i="0" dirty="0" err="1">
                <a:solidFill>
                  <a:srgbClr val="050E17"/>
                </a:solidFill>
                <a:effectLst/>
                <a:latin typeface="-apple-system"/>
              </a:rPr>
              <a:t>PyTorch</a:t>
            </a:r>
            <a:r>
              <a:rPr lang="zh-CN" altLang="en-US" sz="2000" b="0" i="0" dirty="0">
                <a:solidFill>
                  <a:srgbClr val="050E17"/>
                </a:solidFill>
                <a:effectLst/>
                <a:latin typeface="-apple-system"/>
              </a:rPr>
              <a:t>在灵活性、易用性和性能方面表现突出，设计追求最小化的封装，避免代码重复。它的速度表现也优越，在同样的算法下能够达到最快的性能。</a:t>
            </a:r>
            <a:endParaRPr lang="en-US" altLang="zh-CN" sz="2000" b="0" i="0" dirty="0">
              <a:solidFill>
                <a:srgbClr val="050E17"/>
              </a:solidFill>
              <a:effectLst/>
              <a:latin typeface="-apple-system"/>
            </a:endParaRPr>
          </a:p>
          <a:p>
            <a:pPr marL="0" indent="0">
              <a:buNone/>
            </a:pPr>
            <a:r>
              <a:rPr lang="en-US" altLang="zh-CN" sz="2000" b="0" i="0" dirty="0">
                <a:solidFill>
                  <a:srgbClr val="577CCE"/>
                </a:solidFill>
                <a:effectLst/>
                <a:latin typeface="-apple-system"/>
              </a:rPr>
              <a:t>(8) </a:t>
            </a:r>
            <a:r>
              <a:rPr lang="zh-CN" altLang="en-US" sz="2000" b="0" i="0" dirty="0">
                <a:solidFill>
                  <a:srgbClr val="577CCE"/>
                </a:solidFill>
                <a:effectLst/>
                <a:latin typeface="-apple-system"/>
              </a:rPr>
              <a:t>百度深度学习框架飞浆</a:t>
            </a:r>
            <a:endParaRPr lang="en-US" altLang="zh-CN" sz="2000" b="0" i="0" dirty="0">
              <a:solidFill>
                <a:srgbClr val="577CCE"/>
              </a:solidFill>
              <a:effectLst/>
              <a:latin typeface="-apple-system"/>
            </a:endParaRPr>
          </a:p>
          <a:p>
            <a:pPr marL="0" indent="0">
              <a:buNone/>
            </a:pPr>
            <a:r>
              <a:rPr lang="zh-CN" altLang="en-US" sz="2000" b="0" i="0" dirty="0">
                <a:solidFill>
                  <a:srgbClr val="050E17"/>
                </a:solidFill>
                <a:effectLst/>
                <a:latin typeface="-apple-system"/>
              </a:rPr>
              <a:t>百度在</a:t>
            </a:r>
            <a:r>
              <a:rPr lang="en-US" altLang="zh-CN" sz="2000" b="0" i="0" dirty="0">
                <a:solidFill>
                  <a:srgbClr val="050E17"/>
                </a:solidFill>
                <a:effectLst/>
                <a:latin typeface="-apple-system"/>
              </a:rPr>
              <a:t>2018</a:t>
            </a:r>
            <a:r>
              <a:rPr lang="zh-CN" altLang="en-US" sz="2000" b="0" i="0" dirty="0">
                <a:solidFill>
                  <a:srgbClr val="050E17"/>
                </a:solidFill>
                <a:effectLst/>
                <a:latin typeface="-apple-system"/>
              </a:rPr>
              <a:t>年</a:t>
            </a:r>
            <a:r>
              <a:rPr lang="en-US" altLang="zh-CN" sz="2000" b="0" i="0" dirty="0">
                <a:solidFill>
                  <a:srgbClr val="050E17"/>
                </a:solidFill>
                <a:effectLst/>
                <a:latin typeface="-apple-system"/>
              </a:rPr>
              <a:t>7</a:t>
            </a:r>
            <a:r>
              <a:rPr lang="zh-CN" altLang="en-US" sz="2000" b="0" i="0" dirty="0">
                <a:solidFill>
                  <a:srgbClr val="050E17"/>
                </a:solidFill>
                <a:effectLst/>
                <a:latin typeface="-apple-system"/>
              </a:rPr>
              <a:t>月开源了深度学习框架飞浆</a:t>
            </a:r>
            <a:r>
              <a:rPr lang="en-US" altLang="zh-CN" sz="2000" b="0" i="0" dirty="0">
                <a:solidFill>
                  <a:srgbClr val="050E17"/>
                </a:solidFill>
                <a:effectLst/>
                <a:latin typeface="-apple-system"/>
              </a:rPr>
              <a:t>(</a:t>
            </a:r>
            <a:r>
              <a:rPr lang="en-US" altLang="zh-CN" sz="2000" b="0" i="0" dirty="0" err="1">
                <a:solidFill>
                  <a:srgbClr val="050E17"/>
                </a:solidFill>
                <a:effectLst/>
                <a:latin typeface="-apple-system"/>
              </a:rPr>
              <a:t>PaddlePaddle</a:t>
            </a:r>
            <a:r>
              <a:rPr lang="en-US" altLang="zh-CN" sz="2000" b="0" i="0" dirty="0">
                <a:solidFill>
                  <a:srgbClr val="050E17"/>
                </a:solidFill>
                <a:effectLst/>
                <a:latin typeface="-apple-system"/>
              </a:rPr>
              <a:t>)</a:t>
            </a:r>
            <a:r>
              <a:rPr lang="zh-CN" altLang="en-US" sz="2000" b="0" i="0" dirty="0">
                <a:solidFill>
                  <a:srgbClr val="050E17"/>
                </a:solidFill>
                <a:effectLst/>
                <a:latin typeface="-apple-system"/>
              </a:rPr>
              <a:t>，它是</a:t>
            </a:r>
            <a:r>
              <a:rPr lang="zh-CN" altLang="en-US" sz="2000" b="0" i="0" dirty="0">
                <a:solidFill>
                  <a:srgbClr val="FF0000"/>
                </a:solidFill>
                <a:effectLst/>
                <a:latin typeface="-apple-system"/>
              </a:rPr>
              <a:t>中国首个技术领先、功能完备的产业级深度学习平台</a:t>
            </a:r>
            <a:r>
              <a:rPr lang="zh-CN" altLang="en-US" sz="2000" b="0" i="0" dirty="0">
                <a:solidFill>
                  <a:srgbClr val="050E17"/>
                </a:solidFill>
                <a:effectLst/>
                <a:latin typeface="-apple-system"/>
              </a:rPr>
              <a:t>，拥有易用、快速、模型丰富等优点。飞浆的模型库更新速度非常快，几乎覆盖了各行业各种主流算法模型。</a:t>
            </a:r>
          </a:p>
        </p:txBody>
      </p:sp>
    </p:spTree>
    <p:custDataLst>
      <p:tags r:id="rId1"/>
    </p:custDataLst>
    <p:extLst>
      <p:ext uri="{BB962C8B-B14F-4D97-AF65-F5344CB8AC3E}">
        <p14:creationId xmlns:p14="http://schemas.microsoft.com/office/powerpoint/2010/main" val="825301099"/>
      </p:ext>
    </p:extLst>
  </p:cSld>
  <p:clrMapOvr>
    <a:masterClrMapping/>
  </p:clrMapOvr>
  <p:transition spd="slow">
    <p:push dir="u"/>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46200" y="443230"/>
            <a:ext cx="10344785" cy="441960"/>
          </a:xfrm>
        </p:spPr>
        <p:txBody>
          <a:bodyPr/>
          <a:lstStyle/>
          <a:p>
            <a:r>
              <a:rPr lang="en-US" sz="3200" dirty="0">
                <a:sym typeface="+mn-ea"/>
              </a:rPr>
              <a:t>1.3 </a:t>
            </a:r>
            <a:r>
              <a:rPr lang="zh-CN" altLang="en-US" sz="3200" b="1" dirty="0">
                <a:solidFill>
                  <a:srgbClr val="577CCE"/>
                </a:solidFill>
                <a:latin typeface="+mj-ea"/>
                <a:ea typeface="+mj-ea"/>
              </a:rPr>
              <a:t>机器学习工作包及深度学习框架</a:t>
            </a:r>
            <a:endParaRPr sz="3200" dirty="0">
              <a:solidFill>
                <a:srgbClr val="FF0000"/>
              </a:solidFill>
              <a:sym typeface="+mn-ea"/>
            </a:endParaRPr>
          </a:p>
        </p:txBody>
      </p:sp>
      <p:sp>
        <p:nvSpPr>
          <p:cNvPr id="3" name="内容占位符 2">
            <a:extLst>
              <a:ext uri="{FF2B5EF4-FFF2-40B4-BE49-F238E27FC236}">
                <a16:creationId xmlns:a16="http://schemas.microsoft.com/office/drawing/2014/main" id="{15DB4EFB-EE99-6C01-047B-6FD8ACD3ED83}"/>
              </a:ext>
            </a:extLst>
          </p:cNvPr>
          <p:cNvSpPr>
            <a:spLocks noGrp="1"/>
          </p:cNvSpPr>
          <p:nvPr/>
        </p:nvSpPr>
        <p:spPr>
          <a:xfrm>
            <a:off x="968057" y="1366577"/>
            <a:ext cx="10810086" cy="5361394"/>
          </a:xfrm>
          <a:prstGeom prst="rect">
            <a:avLst/>
          </a:prstGeo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l">
              <a:buNone/>
            </a:pPr>
            <a:r>
              <a:rPr lang="en-US" altLang="zh-CN" sz="2000" b="0" i="0" dirty="0">
                <a:solidFill>
                  <a:srgbClr val="577CCE"/>
                </a:solidFill>
                <a:effectLst/>
                <a:latin typeface="-apple-system"/>
              </a:rPr>
              <a:t>(9) </a:t>
            </a:r>
            <a:r>
              <a:rPr lang="zh-CN" altLang="en-US" sz="2000" b="0" i="0" dirty="0">
                <a:solidFill>
                  <a:srgbClr val="577CCE"/>
                </a:solidFill>
                <a:effectLst/>
                <a:latin typeface="-apple-system"/>
              </a:rPr>
              <a:t>清华大学深度学习框架 </a:t>
            </a:r>
            <a:r>
              <a:rPr lang="en-US" altLang="zh-CN" sz="2000" b="0" i="0" dirty="0" err="1">
                <a:solidFill>
                  <a:srgbClr val="577CCE"/>
                </a:solidFill>
                <a:effectLst/>
                <a:latin typeface="-apple-system"/>
              </a:rPr>
              <a:t>Jittor</a:t>
            </a:r>
            <a:endParaRPr lang="en-US" altLang="zh-CN" sz="2000" b="0" i="0" dirty="0">
              <a:solidFill>
                <a:srgbClr val="577CCE"/>
              </a:solidFill>
              <a:effectLst/>
              <a:latin typeface="-apple-system"/>
            </a:endParaRPr>
          </a:p>
          <a:p>
            <a:pPr marL="0" indent="0" algn="l">
              <a:buNone/>
            </a:pPr>
            <a:r>
              <a:rPr lang="en-US" altLang="zh-CN" sz="2000" b="0" i="0" dirty="0" err="1">
                <a:solidFill>
                  <a:srgbClr val="050E17"/>
                </a:solidFill>
                <a:effectLst/>
                <a:latin typeface="-apple-system"/>
              </a:rPr>
              <a:t>Jittor</a:t>
            </a:r>
            <a:r>
              <a:rPr lang="zh-CN" altLang="en-US" sz="2000" b="0" i="0" dirty="0">
                <a:solidFill>
                  <a:srgbClr val="050E17"/>
                </a:solidFill>
                <a:effectLst/>
                <a:latin typeface="-apple-system"/>
              </a:rPr>
              <a:t>是清华大学发布的深度学习框架，于</a:t>
            </a:r>
            <a:r>
              <a:rPr lang="en-US" altLang="zh-CN" sz="2000" b="0" i="0" dirty="0">
                <a:solidFill>
                  <a:srgbClr val="050E17"/>
                </a:solidFill>
                <a:effectLst/>
                <a:latin typeface="-apple-system"/>
              </a:rPr>
              <a:t>2020</a:t>
            </a:r>
            <a:r>
              <a:rPr lang="zh-CN" altLang="en-US" sz="2000" b="0" i="0" dirty="0">
                <a:solidFill>
                  <a:srgbClr val="050E17"/>
                </a:solidFill>
                <a:effectLst/>
                <a:latin typeface="-apple-system"/>
              </a:rPr>
              <a:t>年</a:t>
            </a:r>
            <a:r>
              <a:rPr lang="en-US" altLang="zh-CN" sz="2000" b="0" i="0" dirty="0">
                <a:solidFill>
                  <a:srgbClr val="050E17"/>
                </a:solidFill>
                <a:effectLst/>
                <a:latin typeface="-apple-system"/>
              </a:rPr>
              <a:t>3</a:t>
            </a:r>
            <a:r>
              <a:rPr lang="zh-CN" altLang="en-US" sz="2000" b="0" i="0" dirty="0">
                <a:solidFill>
                  <a:srgbClr val="050E17"/>
                </a:solidFill>
                <a:effectLst/>
                <a:latin typeface="-apple-system"/>
              </a:rPr>
              <a:t>月开源。它基于动态编译，使用元算子和统一计算图，可以实现复杂高效的操作。统一计算图融合了静态和动态计算图的优点，在易用性和性能上表现良好。基于元算子开发的模型可以实时自动优化并在指定硬件上运行。</a:t>
            </a:r>
            <a:r>
              <a:rPr lang="en-US" altLang="zh-CN" sz="2000" b="0" i="0" dirty="0" err="1">
                <a:solidFill>
                  <a:srgbClr val="050E17"/>
                </a:solidFill>
                <a:effectLst/>
                <a:latin typeface="-apple-system"/>
              </a:rPr>
              <a:t>Jittor</a:t>
            </a:r>
            <a:r>
              <a:rPr lang="zh-CN" altLang="en-US" sz="2000" b="0" i="0" dirty="0">
                <a:solidFill>
                  <a:srgbClr val="050E17"/>
                </a:solidFill>
                <a:effectLst/>
                <a:latin typeface="-apple-system"/>
              </a:rPr>
              <a:t>所有代码都是即时编译并运行，用户可以随时修改并动态运行。</a:t>
            </a:r>
            <a:endParaRPr lang="en-US" altLang="zh-CN" sz="2000" b="0" i="0" dirty="0">
              <a:solidFill>
                <a:srgbClr val="050E17"/>
              </a:solidFill>
              <a:effectLst/>
              <a:latin typeface="-apple-system"/>
            </a:endParaRPr>
          </a:p>
          <a:p>
            <a:pPr marL="0" indent="0" algn="l">
              <a:buNone/>
            </a:pPr>
            <a:r>
              <a:rPr lang="en-US" altLang="zh-CN" sz="2000" b="0" i="0" dirty="0">
                <a:solidFill>
                  <a:srgbClr val="577CCE"/>
                </a:solidFill>
                <a:effectLst/>
                <a:latin typeface="-apple-system"/>
              </a:rPr>
              <a:t>(10) </a:t>
            </a:r>
            <a:r>
              <a:rPr lang="zh-CN" altLang="en-US" sz="2000" b="0" i="0" dirty="0">
                <a:solidFill>
                  <a:srgbClr val="577CCE"/>
                </a:solidFill>
                <a:effectLst/>
                <a:latin typeface="-apple-system"/>
              </a:rPr>
              <a:t>华为 </a:t>
            </a:r>
            <a:r>
              <a:rPr lang="en-US" altLang="zh-CN" sz="2000" b="0" i="0" dirty="0" err="1">
                <a:solidFill>
                  <a:srgbClr val="577CCE"/>
                </a:solidFill>
                <a:effectLst/>
                <a:latin typeface="-apple-system"/>
              </a:rPr>
              <a:t>MindSpore</a:t>
            </a:r>
            <a:r>
              <a:rPr lang="en-US" altLang="zh-CN" sz="2000" b="0" i="0" dirty="0">
                <a:solidFill>
                  <a:srgbClr val="577CCE"/>
                </a:solidFill>
                <a:effectLst/>
                <a:latin typeface="-apple-system"/>
              </a:rPr>
              <a:t> </a:t>
            </a:r>
            <a:r>
              <a:rPr lang="zh-CN" altLang="en-US" sz="2000" b="0" i="0" dirty="0">
                <a:solidFill>
                  <a:srgbClr val="577CCE"/>
                </a:solidFill>
                <a:effectLst/>
                <a:latin typeface="-apple-system"/>
              </a:rPr>
              <a:t>框架</a:t>
            </a:r>
            <a:endParaRPr lang="en-US" altLang="zh-CN" sz="2000" b="0" i="0" dirty="0">
              <a:solidFill>
                <a:srgbClr val="577CCE"/>
              </a:solidFill>
              <a:effectLst/>
              <a:latin typeface="-apple-system"/>
            </a:endParaRPr>
          </a:p>
          <a:p>
            <a:pPr marL="0" indent="0">
              <a:buNone/>
            </a:pPr>
            <a:r>
              <a:rPr lang="zh-CN" altLang="en-US" sz="2000" b="0" i="0" dirty="0">
                <a:solidFill>
                  <a:srgbClr val="050E17"/>
                </a:solidFill>
                <a:effectLst/>
                <a:latin typeface="-apple-system"/>
              </a:rPr>
              <a:t>华为于</a:t>
            </a:r>
            <a:r>
              <a:rPr lang="en-US" altLang="zh-CN" sz="2000" b="0" i="0" dirty="0">
                <a:solidFill>
                  <a:srgbClr val="050E17"/>
                </a:solidFill>
                <a:effectLst/>
                <a:latin typeface="-apple-system"/>
              </a:rPr>
              <a:t>2018</a:t>
            </a:r>
            <a:r>
              <a:rPr lang="zh-CN" altLang="en-US" sz="2000" b="0" i="0" dirty="0">
                <a:solidFill>
                  <a:srgbClr val="050E17"/>
                </a:solidFill>
                <a:effectLst/>
                <a:latin typeface="-apple-system"/>
              </a:rPr>
              <a:t>年发布了全场景</a:t>
            </a:r>
            <a:r>
              <a:rPr lang="en-US" altLang="zh-CN" sz="2000" b="0" i="0" dirty="0">
                <a:solidFill>
                  <a:srgbClr val="050E17"/>
                </a:solidFill>
                <a:effectLst/>
                <a:latin typeface="-apple-system"/>
              </a:rPr>
              <a:t>AI</a:t>
            </a:r>
            <a:r>
              <a:rPr lang="zh-CN" altLang="en-US" sz="2000" b="0" i="0" dirty="0">
                <a:solidFill>
                  <a:srgbClr val="050E17"/>
                </a:solidFill>
                <a:effectLst/>
                <a:latin typeface="-apple-system"/>
              </a:rPr>
              <a:t>解决方案，并推出了基于异构基础软硬件平台的华为</a:t>
            </a:r>
            <a:r>
              <a:rPr lang="en-US" altLang="zh-CN" sz="2000" b="0" i="0" dirty="0" err="1">
                <a:solidFill>
                  <a:srgbClr val="050E17"/>
                </a:solidFill>
                <a:effectLst/>
                <a:latin typeface="-apple-system"/>
              </a:rPr>
              <a:t>MindSpore</a:t>
            </a:r>
            <a:r>
              <a:rPr lang="zh-CN" altLang="en-US" sz="2000" b="0" i="0" dirty="0">
                <a:solidFill>
                  <a:srgbClr val="050E17"/>
                </a:solidFill>
                <a:effectLst/>
                <a:latin typeface="-apple-system"/>
              </a:rPr>
              <a:t>框架，包括异构处理器、</a:t>
            </a:r>
            <a:r>
              <a:rPr lang="en-US" altLang="zh-CN" sz="2000" b="0" i="0" dirty="0">
                <a:solidFill>
                  <a:srgbClr val="050E17"/>
                </a:solidFill>
                <a:effectLst/>
                <a:latin typeface="-apple-system"/>
              </a:rPr>
              <a:t>Atlas</a:t>
            </a:r>
            <a:r>
              <a:rPr lang="zh-CN" altLang="en-US" sz="2000" b="0" i="0" dirty="0">
                <a:solidFill>
                  <a:srgbClr val="050E17"/>
                </a:solidFill>
                <a:effectLst/>
                <a:latin typeface="-apple-system"/>
              </a:rPr>
              <a:t>系列硬件、异构计算构建器</a:t>
            </a:r>
            <a:r>
              <a:rPr lang="en-US" altLang="zh-CN" sz="2000" b="0" i="0" dirty="0">
                <a:solidFill>
                  <a:srgbClr val="050E17"/>
                </a:solidFill>
                <a:effectLst/>
                <a:latin typeface="-apple-system"/>
              </a:rPr>
              <a:t>CANN</a:t>
            </a:r>
            <a:r>
              <a:rPr lang="zh-CN" altLang="en-US" sz="2000" b="0" i="0" dirty="0">
                <a:solidFill>
                  <a:srgbClr val="050E17"/>
                </a:solidFill>
                <a:effectLst/>
                <a:latin typeface="-apple-system"/>
              </a:rPr>
              <a:t>、</a:t>
            </a:r>
            <a:r>
              <a:rPr lang="en-US" altLang="zh-CN" sz="2000" b="0" i="0" dirty="0">
                <a:solidFill>
                  <a:srgbClr val="050E17"/>
                </a:solidFill>
                <a:effectLst/>
                <a:latin typeface="-apple-system"/>
              </a:rPr>
              <a:t>AI</a:t>
            </a:r>
            <a:r>
              <a:rPr lang="zh-CN" altLang="en-US" sz="2000" b="0" i="0" dirty="0">
                <a:solidFill>
                  <a:srgbClr val="050E17"/>
                </a:solidFill>
                <a:effectLst/>
                <a:latin typeface="-apple-system"/>
              </a:rPr>
              <a:t>框架</a:t>
            </a:r>
            <a:r>
              <a:rPr lang="en-US" altLang="zh-CN" sz="2000" b="0" i="0" dirty="0" err="1">
                <a:solidFill>
                  <a:srgbClr val="050E17"/>
                </a:solidFill>
                <a:effectLst/>
                <a:latin typeface="-apple-system"/>
              </a:rPr>
              <a:t>MindSpore</a:t>
            </a:r>
            <a:r>
              <a:rPr lang="zh-CN" altLang="en-US" sz="2000" b="0" i="0" dirty="0">
                <a:solidFill>
                  <a:srgbClr val="050E17"/>
                </a:solidFill>
                <a:effectLst/>
                <a:latin typeface="-apple-system"/>
              </a:rPr>
              <a:t>和</a:t>
            </a:r>
            <a:r>
              <a:rPr lang="en-US" altLang="zh-CN" sz="2000" b="0" i="0" dirty="0">
                <a:solidFill>
                  <a:srgbClr val="050E17"/>
                </a:solidFill>
                <a:effectLst/>
                <a:latin typeface="-apple-system"/>
              </a:rPr>
              <a:t>AI</a:t>
            </a:r>
            <a:r>
              <a:rPr lang="zh-CN" altLang="en-US" sz="2000" b="0" i="0" dirty="0">
                <a:solidFill>
                  <a:srgbClr val="050E17"/>
                </a:solidFill>
                <a:effectLst/>
                <a:latin typeface="-apple-system"/>
              </a:rPr>
              <a:t>应用使能</a:t>
            </a:r>
            <a:r>
              <a:rPr lang="en-US" altLang="zh-CN" sz="2000" b="0" i="0" dirty="0" err="1">
                <a:solidFill>
                  <a:srgbClr val="050E17"/>
                </a:solidFill>
                <a:effectLst/>
                <a:latin typeface="-apple-system"/>
              </a:rPr>
              <a:t>ModelArts</a:t>
            </a:r>
            <a:r>
              <a:rPr lang="zh-CN" altLang="en-US" sz="2000" b="0" i="0" dirty="0">
                <a:solidFill>
                  <a:srgbClr val="050E17"/>
                </a:solidFill>
                <a:effectLst/>
                <a:latin typeface="-apple-system"/>
              </a:rPr>
              <a:t>平台等。</a:t>
            </a:r>
            <a:r>
              <a:rPr lang="en-US" altLang="zh-CN" sz="2000" b="0" i="0" dirty="0" err="1">
                <a:solidFill>
                  <a:srgbClr val="050E17"/>
                </a:solidFill>
                <a:effectLst/>
                <a:latin typeface="-apple-system"/>
              </a:rPr>
              <a:t>MindSpore</a:t>
            </a:r>
            <a:r>
              <a:rPr lang="zh-CN" altLang="en-US" sz="2000" b="0" i="0" dirty="0">
                <a:solidFill>
                  <a:srgbClr val="050E17"/>
                </a:solidFill>
                <a:effectLst/>
                <a:latin typeface="-apple-system"/>
              </a:rPr>
              <a:t>是华为新一代全场景</a:t>
            </a:r>
            <a:r>
              <a:rPr lang="en-US" altLang="zh-CN" sz="2000" b="0" i="0" dirty="0">
                <a:solidFill>
                  <a:srgbClr val="050E17"/>
                </a:solidFill>
                <a:effectLst/>
                <a:latin typeface="-apple-system"/>
              </a:rPr>
              <a:t>AI</a:t>
            </a:r>
            <a:r>
              <a:rPr lang="zh-CN" altLang="en-US" sz="2000" b="0" i="0" dirty="0">
                <a:solidFill>
                  <a:srgbClr val="050E17"/>
                </a:solidFill>
                <a:effectLst/>
                <a:latin typeface="-apple-system"/>
              </a:rPr>
              <a:t>计算框架，于</a:t>
            </a:r>
            <a:r>
              <a:rPr lang="en-US" altLang="zh-CN" sz="2000" b="0" i="0" dirty="0">
                <a:solidFill>
                  <a:srgbClr val="050E17"/>
                </a:solidFill>
                <a:effectLst/>
                <a:latin typeface="-apple-system"/>
              </a:rPr>
              <a:t>2019</a:t>
            </a:r>
            <a:r>
              <a:rPr lang="zh-CN" altLang="en-US" sz="2000" b="0" i="0" dirty="0">
                <a:solidFill>
                  <a:srgbClr val="050E17"/>
                </a:solidFill>
                <a:effectLst/>
                <a:latin typeface="-apple-system"/>
              </a:rPr>
              <a:t>年</a:t>
            </a:r>
            <a:r>
              <a:rPr lang="en-US" altLang="zh-CN" sz="2000" b="0" i="0" dirty="0">
                <a:solidFill>
                  <a:srgbClr val="050E17"/>
                </a:solidFill>
                <a:effectLst/>
                <a:latin typeface="-apple-system"/>
              </a:rPr>
              <a:t>8</a:t>
            </a:r>
            <a:r>
              <a:rPr lang="zh-CN" altLang="en-US" sz="2000" b="0" i="0" dirty="0">
                <a:solidFill>
                  <a:srgbClr val="050E17"/>
                </a:solidFill>
                <a:effectLst/>
                <a:latin typeface="-apple-system"/>
              </a:rPr>
              <a:t>月推出，</a:t>
            </a:r>
            <a:r>
              <a:rPr lang="en-US" altLang="zh-CN" sz="2000" b="0" i="0" dirty="0">
                <a:solidFill>
                  <a:srgbClr val="050E17"/>
                </a:solidFill>
                <a:effectLst/>
                <a:latin typeface="-apple-system"/>
              </a:rPr>
              <a:t>2020</a:t>
            </a:r>
            <a:r>
              <a:rPr lang="zh-CN" altLang="en-US" sz="2000" b="0" i="0" dirty="0">
                <a:solidFill>
                  <a:srgbClr val="050E17"/>
                </a:solidFill>
                <a:effectLst/>
                <a:latin typeface="-apple-system"/>
              </a:rPr>
              <a:t>年</a:t>
            </a:r>
            <a:r>
              <a:rPr lang="en-US" altLang="zh-CN" sz="2000" b="0" i="0" dirty="0">
                <a:solidFill>
                  <a:srgbClr val="050E17"/>
                </a:solidFill>
                <a:effectLst/>
                <a:latin typeface="-apple-system"/>
              </a:rPr>
              <a:t>3</a:t>
            </a:r>
            <a:r>
              <a:rPr lang="zh-CN" altLang="en-US" sz="2000" b="0" i="0" dirty="0">
                <a:solidFill>
                  <a:srgbClr val="050E17"/>
                </a:solidFill>
                <a:effectLst/>
                <a:latin typeface="-apple-system"/>
              </a:rPr>
              <a:t>月开源。</a:t>
            </a:r>
            <a:r>
              <a:rPr lang="en-US" altLang="zh-CN" sz="2000" b="0" i="0" dirty="0" err="1">
                <a:solidFill>
                  <a:srgbClr val="050E17"/>
                </a:solidFill>
                <a:effectLst/>
                <a:latin typeface="-apple-system"/>
              </a:rPr>
              <a:t>MindSpore</a:t>
            </a:r>
            <a:r>
              <a:rPr lang="zh-CN" altLang="en-US" sz="2000" b="0" i="0" dirty="0">
                <a:solidFill>
                  <a:srgbClr val="050E17"/>
                </a:solidFill>
                <a:effectLst/>
                <a:latin typeface="-apple-system"/>
              </a:rPr>
              <a:t>是一种适用于端边云场景的新型开源深度学习训练和推理框架，为华为研发的</a:t>
            </a:r>
            <a:r>
              <a:rPr lang="en-US" altLang="zh-CN" sz="2000" b="0" i="0" dirty="0">
                <a:solidFill>
                  <a:srgbClr val="050E17"/>
                </a:solidFill>
                <a:effectLst/>
                <a:latin typeface="-apple-system"/>
              </a:rPr>
              <a:t>Ascend AI</a:t>
            </a:r>
            <a:r>
              <a:rPr lang="zh-CN" altLang="en-US" sz="2000" b="0" i="0" dirty="0">
                <a:solidFill>
                  <a:srgbClr val="050E17"/>
                </a:solidFill>
                <a:effectLst/>
                <a:latin typeface="-apple-system"/>
              </a:rPr>
              <a:t>处理器提供原生支持，并进行了软硬件协同优化。</a:t>
            </a:r>
          </a:p>
        </p:txBody>
      </p:sp>
    </p:spTree>
    <p:custDataLst>
      <p:tags r:id="rId1"/>
    </p:custDataLst>
    <p:extLst>
      <p:ext uri="{BB962C8B-B14F-4D97-AF65-F5344CB8AC3E}">
        <p14:creationId xmlns:p14="http://schemas.microsoft.com/office/powerpoint/2010/main" val="1768304060"/>
      </p:ext>
    </p:extLst>
  </p:cSld>
  <p:clrMapOvr>
    <a:masterClrMapping/>
  </p:clrMapOvr>
  <p:transition spd="slow">
    <p:push dir="u"/>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46200" y="443230"/>
            <a:ext cx="10344785" cy="441960"/>
          </a:xfrm>
        </p:spPr>
        <p:txBody>
          <a:bodyPr/>
          <a:lstStyle/>
          <a:p>
            <a:r>
              <a:rPr lang="en-US" sz="3200" dirty="0">
                <a:sym typeface="+mn-ea"/>
              </a:rPr>
              <a:t>1.3 </a:t>
            </a:r>
            <a:r>
              <a:rPr lang="zh-CN" altLang="en-US" sz="3200" b="1" dirty="0">
                <a:solidFill>
                  <a:srgbClr val="577CCE"/>
                </a:solidFill>
                <a:latin typeface="+mj-ea"/>
                <a:ea typeface="+mj-ea"/>
              </a:rPr>
              <a:t>机器学习工作包及深度学习框架</a:t>
            </a:r>
            <a:endParaRPr sz="3200" dirty="0">
              <a:solidFill>
                <a:srgbClr val="FF0000"/>
              </a:solidFill>
              <a:sym typeface="+mn-ea"/>
            </a:endParaRPr>
          </a:p>
        </p:txBody>
      </p:sp>
      <p:sp>
        <p:nvSpPr>
          <p:cNvPr id="3" name="内容占位符 2">
            <a:extLst>
              <a:ext uri="{FF2B5EF4-FFF2-40B4-BE49-F238E27FC236}">
                <a16:creationId xmlns:a16="http://schemas.microsoft.com/office/drawing/2014/main" id="{15DB4EFB-EE99-6C01-047B-6FD8ACD3ED83}"/>
              </a:ext>
            </a:extLst>
          </p:cNvPr>
          <p:cNvSpPr>
            <a:spLocks noGrp="1"/>
          </p:cNvSpPr>
          <p:nvPr/>
        </p:nvSpPr>
        <p:spPr>
          <a:xfrm>
            <a:off x="968057" y="1366577"/>
            <a:ext cx="10810086" cy="5361394"/>
          </a:xfrm>
          <a:prstGeom prst="rect">
            <a:avLst/>
          </a:prstGeo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l">
              <a:buNone/>
            </a:pPr>
            <a:r>
              <a:rPr lang="en-US" altLang="zh-CN" sz="2000" b="0" i="0" dirty="0">
                <a:solidFill>
                  <a:srgbClr val="577CCE"/>
                </a:solidFill>
                <a:effectLst/>
                <a:latin typeface="-apple-system"/>
              </a:rPr>
              <a:t>(11) </a:t>
            </a:r>
            <a:r>
              <a:rPr lang="zh-CN" altLang="en-US" sz="2000" b="0" i="0" dirty="0">
                <a:solidFill>
                  <a:srgbClr val="577CCE"/>
                </a:solidFill>
                <a:effectLst/>
                <a:latin typeface="-apple-system"/>
              </a:rPr>
              <a:t>腾讯深度学习框架 </a:t>
            </a:r>
            <a:r>
              <a:rPr lang="en-US" altLang="zh-CN" sz="2000" b="0" i="0" dirty="0">
                <a:solidFill>
                  <a:srgbClr val="577CCE"/>
                </a:solidFill>
                <a:effectLst/>
                <a:latin typeface="-apple-system"/>
              </a:rPr>
              <a:t>TNN</a:t>
            </a:r>
          </a:p>
          <a:p>
            <a:pPr marL="0" indent="0" algn="l">
              <a:buNone/>
            </a:pPr>
            <a:r>
              <a:rPr lang="en-US" altLang="zh-CN" sz="2000" b="0" i="0" dirty="0">
                <a:solidFill>
                  <a:srgbClr val="050E17"/>
                </a:solidFill>
                <a:effectLst/>
                <a:latin typeface="-apple-system"/>
              </a:rPr>
              <a:t>2020</a:t>
            </a:r>
            <a:r>
              <a:rPr lang="zh-CN" altLang="en-US" sz="2000" b="0" i="0" dirty="0">
                <a:solidFill>
                  <a:srgbClr val="050E17"/>
                </a:solidFill>
                <a:effectLst/>
                <a:latin typeface="-apple-system"/>
              </a:rPr>
              <a:t>年</a:t>
            </a:r>
            <a:r>
              <a:rPr lang="en-US" altLang="zh-CN" sz="2000" b="0" i="0" dirty="0">
                <a:solidFill>
                  <a:srgbClr val="050E17"/>
                </a:solidFill>
                <a:effectLst/>
                <a:latin typeface="-apple-system"/>
              </a:rPr>
              <a:t>6</a:t>
            </a:r>
            <a:r>
              <a:rPr lang="zh-CN" altLang="en-US" sz="2000" b="0" i="0" dirty="0">
                <a:solidFill>
                  <a:srgbClr val="050E17"/>
                </a:solidFill>
                <a:effectLst/>
                <a:latin typeface="-apple-system"/>
              </a:rPr>
              <a:t>月，腾讯优图实验室推出了移动端高性能轻量级推理框架</a:t>
            </a:r>
            <a:r>
              <a:rPr lang="en-US" altLang="zh-CN" sz="2000" b="0" i="0" dirty="0">
                <a:solidFill>
                  <a:srgbClr val="050E17"/>
                </a:solidFill>
                <a:effectLst/>
                <a:latin typeface="-apple-system"/>
              </a:rPr>
              <a:t>TNN</a:t>
            </a:r>
            <a:r>
              <a:rPr lang="zh-CN" altLang="en-US" sz="2000" b="0" i="0" dirty="0">
                <a:solidFill>
                  <a:srgbClr val="050E17"/>
                </a:solidFill>
                <a:effectLst/>
                <a:latin typeface="-apple-system"/>
              </a:rPr>
              <a:t>。该框架具有跨平台、高性能、模型压缩和代码裁剪等优势。</a:t>
            </a:r>
            <a:r>
              <a:rPr lang="en-US" altLang="zh-CN" sz="2000" b="0" i="0" dirty="0">
                <a:solidFill>
                  <a:srgbClr val="050E17"/>
                </a:solidFill>
                <a:effectLst/>
                <a:latin typeface="-apple-system"/>
              </a:rPr>
              <a:t>TNN</a:t>
            </a:r>
            <a:r>
              <a:rPr lang="zh-CN" altLang="en-US" sz="2000" b="0" i="0" dirty="0">
                <a:solidFill>
                  <a:srgbClr val="050E17"/>
                </a:solidFill>
                <a:effectLst/>
                <a:latin typeface="-apple-system"/>
              </a:rPr>
              <a:t>在原有的</a:t>
            </a:r>
            <a:r>
              <a:rPr lang="en-US" altLang="zh-CN" sz="2000" b="0" i="0" dirty="0" err="1">
                <a:solidFill>
                  <a:srgbClr val="050E17"/>
                </a:solidFill>
                <a:effectLst/>
                <a:latin typeface="-apple-system"/>
              </a:rPr>
              <a:t>Rapidnet</a:t>
            </a:r>
            <a:r>
              <a:rPr lang="zh-CN" altLang="en-US" sz="2000" b="0" i="0" dirty="0">
                <a:solidFill>
                  <a:srgbClr val="050E17"/>
                </a:solidFill>
                <a:effectLst/>
                <a:latin typeface="-apple-system"/>
              </a:rPr>
              <a:t>和</a:t>
            </a:r>
            <a:r>
              <a:rPr lang="en-US" altLang="zh-CN" sz="2000" b="0" i="0" dirty="0">
                <a:solidFill>
                  <a:srgbClr val="050E17"/>
                </a:solidFill>
                <a:effectLst/>
                <a:latin typeface="-apple-system"/>
              </a:rPr>
              <a:t>NCNN</a:t>
            </a:r>
            <a:r>
              <a:rPr lang="zh-CN" altLang="en-US" sz="2000" b="0" i="0" dirty="0">
                <a:solidFill>
                  <a:srgbClr val="050E17"/>
                </a:solidFill>
                <a:effectLst/>
                <a:latin typeface="-apple-system"/>
              </a:rPr>
              <a:t>框架的基础上进一步加强了对移动设备的支持和性能优化，同时借鉴了业界主流开源框架的高性能和良好拓展性。</a:t>
            </a:r>
            <a:r>
              <a:rPr lang="en-US" altLang="zh-CN" sz="2000" b="0" i="0" dirty="0">
                <a:solidFill>
                  <a:srgbClr val="050E17"/>
                </a:solidFill>
                <a:effectLst/>
                <a:latin typeface="-apple-system"/>
              </a:rPr>
              <a:t>TNN</a:t>
            </a:r>
            <a:r>
              <a:rPr lang="zh-CN" altLang="en-US" sz="2000" b="0" i="0" dirty="0">
                <a:solidFill>
                  <a:srgbClr val="050E17"/>
                </a:solidFill>
                <a:effectLst/>
                <a:latin typeface="-apple-system"/>
              </a:rPr>
              <a:t>通过</a:t>
            </a:r>
            <a:r>
              <a:rPr lang="en-US" altLang="zh-CN" sz="2000" b="0" i="0" dirty="0">
                <a:solidFill>
                  <a:srgbClr val="050E17"/>
                </a:solidFill>
                <a:effectLst/>
                <a:latin typeface="-apple-system"/>
              </a:rPr>
              <a:t>ONNX</a:t>
            </a:r>
            <a:r>
              <a:rPr lang="zh-CN" altLang="en-US" sz="2000" b="0" i="0" dirty="0">
                <a:solidFill>
                  <a:srgbClr val="050E17"/>
                </a:solidFill>
                <a:effectLst/>
                <a:latin typeface="-apple-system"/>
              </a:rPr>
              <a:t>（</a:t>
            </a:r>
            <a:r>
              <a:rPr lang="en-US" altLang="zh-CN" sz="2000" b="0" i="0" dirty="0">
                <a:solidFill>
                  <a:srgbClr val="050E17"/>
                </a:solidFill>
                <a:effectLst/>
                <a:latin typeface="-apple-system"/>
              </a:rPr>
              <a:t>Open Neural Network Exchange</a:t>
            </a:r>
            <a:r>
              <a:rPr lang="zh-CN" altLang="en-US" sz="2000" b="0" i="0" dirty="0">
                <a:solidFill>
                  <a:srgbClr val="050E17"/>
                </a:solidFill>
                <a:effectLst/>
                <a:latin typeface="-apple-system"/>
              </a:rPr>
              <a:t>，开放神经网络交换）</a:t>
            </a:r>
            <a:r>
              <a:rPr lang="zh-CN" altLang="en-US" sz="2000" b="0" i="0" dirty="0">
                <a:solidFill>
                  <a:srgbClr val="FF0000"/>
                </a:solidFill>
                <a:effectLst/>
                <a:latin typeface="-apple-system"/>
              </a:rPr>
              <a:t>支持</a:t>
            </a:r>
            <a:r>
              <a:rPr lang="en-US" altLang="zh-CN" sz="2000" b="0" i="0" dirty="0">
                <a:solidFill>
                  <a:srgbClr val="FF0000"/>
                </a:solidFill>
                <a:effectLst/>
                <a:latin typeface="-apple-system"/>
              </a:rPr>
              <a:t>TensorFlow</a:t>
            </a:r>
            <a:r>
              <a:rPr lang="zh-CN" altLang="en-US" sz="2000" b="0" i="0" dirty="0">
                <a:solidFill>
                  <a:srgbClr val="FF0000"/>
                </a:solidFill>
                <a:effectLst/>
                <a:latin typeface="-apple-system"/>
              </a:rPr>
              <a:t>、</a:t>
            </a:r>
            <a:r>
              <a:rPr lang="en-US" altLang="zh-CN" sz="2000" b="0" i="0" dirty="0" err="1">
                <a:solidFill>
                  <a:srgbClr val="FF0000"/>
                </a:solidFill>
                <a:effectLst/>
                <a:latin typeface="-apple-system"/>
              </a:rPr>
              <a:t>PyTorch</a:t>
            </a:r>
            <a:r>
              <a:rPr lang="zh-CN" altLang="en-US" sz="2000" b="0" i="0" dirty="0">
                <a:solidFill>
                  <a:srgbClr val="FF0000"/>
                </a:solidFill>
                <a:effectLst/>
                <a:latin typeface="-apple-system"/>
              </a:rPr>
              <a:t>、</a:t>
            </a:r>
            <a:r>
              <a:rPr lang="en-US" altLang="zh-CN" sz="2000" b="0" i="0" dirty="0" err="1">
                <a:solidFill>
                  <a:srgbClr val="FF0000"/>
                </a:solidFill>
                <a:effectLst/>
                <a:latin typeface="-apple-system"/>
              </a:rPr>
              <a:t>MXNet</a:t>
            </a:r>
            <a:r>
              <a:rPr lang="zh-CN" altLang="en-US" sz="2000" b="0" i="0" dirty="0">
                <a:solidFill>
                  <a:srgbClr val="FF0000"/>
                </a:solidFill>
                <a:effectLst/>
                <a:latin typeface="-apple-system"/>
              </a:rPr>
              <a:t>、</a:t>
            </a:r>
            <a:r>
              <a:rPr lang="en-US" altLang="zh-CN" sz="2000" b="0" i="0" dirty="0">
                <a:solidFill>
                  <a:srgbClr val="FF0000"/>
                </a:solidFill>
                <a:effectLst/>
                <a:latin typeface="-apple-system"/>
              </a:rPr>
              <a:t>Caffe</a:t>
            </a:r>
            <a:r>
              <a:rPr lang="zh-CN" altLang="en-US" sz="2000" b="0" i="0" dirty="0">
                <a:solidFill>
                  <a:srgbClr val="FF0000"/>
                </a:solidFill>
                <a:effectLst/>
                <a:latin typeface="-apple-system"/>
              </a:rPr>
              <a:t>等多种训练框架</a:t>
            </a:r>
            <a:r>
              <a:rPr lang="zh-CN" altLang="en-US" sz="2000" b="0" i="0" dirty="0">
                <a:solidFill>
                  <a:srgbClr val="050E17"/>
                </a:solidFill>
                <a:effectLst/>
                <a:latin typeface="-apple-system"/>
              </a:rPr>
              <a:t>，并与不断完善的</a:t>
            </a:r>
            <a:r>
              <a:rPr lang="en-US" altLang="zh-CN" sz="2000" b="0" i="0" dirty="0">
                <a:solidFill>
                  <a:srgbClr val="050E17"/>
                </a:solidFill>
                <a:effectLst/>
                <a:latin typeface="-apple-system"/>
              </a:rPr>
              <a:t>ONNX</a:t>
            </a:r>
            <a:r>
              <a:rPr lang="zh-CN" altLang="en-US" sz="2000" b="0" i="0" dirty="0">
                <a:solidFill>
                  <a:srgbClr val="050E17"/>
                </a:solidFill>
                <a:effectLst/>
                <a:latin typeface="-apple-system"/>
              </a:rPr>
              <a:t>开源生态融合。</a:t>
            </a:r>
            <a:r>
              <a:rPr lang="en-US" altLang="zh-CN" sz="2000" b="0" i="0" dirty="0">
                <a:solidFill>
                  <a:srgbClr val="050E17"/>
                </a:solidFill>
                <a:effectLst/>
                <a:latin typeface="-apple-system"/>
              </a:rPr>
              <a:t>ONNX</a:t>
            </a:r>
            <a:r>
              <a:rPr lang="zh-CN" altLang="en-US" sz="2000" b="0" i="0" dirty="0">
                <a:solidFill>
                  <a:srgbClr val="050E17"/>
                </a:solidFill>
                <a:effectLst/>
                <a:latin typeface="-apple-system"/>
              </a:rPr>
              <a:t>是一个用于表示深度学习模型的标准，可实现模型在不同框架之间的转移。</a:t>
            </a:r>
            <a:r>
              <a:rPr lang="en-US" altLang="zh-CN" sz="2000" b="0" i="0" dirty="0">
                <a:solidFill>
                  <a:srgbClr val="050E17"/>
                </a:solidFill>
                <a:effectLst/>
                <a:latin typeface="-apple-system"/>
              </a:rPr>
              <a:t>TNN</a:t>
            </a:r>
            <a:r>
              <a:rPr lang="zh-CN" altLang="en-US" sz="2000" b="0" i="0" dirty="0">
                <a:solidFill>
                  <a:srgbClr val="050E17"/>
                </a:solidFill>
                <a:effectLst/>
                <a:latin typeface="-apple-system"/>
              </a:rPr>
              <a:t>设计了与平台无关的模型表示，并提供统一的模型描述文件和调用接口，支持主流的安卓、</a:t>
            </a:r>
            <a:r>
              <a:rPr lang="en-US" altLang="zh-CN" sz="2000" b="0" i="0" dirty="0">
                <a:solidFill>
                  <a:srgbClr val="050E17"/>
                </a:solidFill>
                <a:effectLst/>
                <a:latin typeface="-apple-system"/>
              </a:rPr>
              <a:t>iOS</a:t>
            </a:r>
            <a:r>
              <a:rPr lang="zh-CN" altLang="en-US" sz="2000" b="0" i="0" dirty="0">
                <a:solidFill>
                  <a:srgbClr val="050E17"/>
                </a:solidFill>
                <a:effectLst/>
                <a:latin typeface="-apple-system"/>
              </a:rPr>
              <a:t>等操作系统，适配</a:t>
            </a:r>
            <a:r>
              <a:rPr lang="en-US" altLang="zh-CN" sz="2000" b="0" i="0" dirty="0">
                <a:solidFill>
                  <a:srgbClr val="050E17"/>
                </a:solidFill>
                <a:effectLst/>
                <a:latin typeface="-apple-system"/>
              </a:rPr>
              <a:t>CPU</a:t>
            </a:r>
            <a:r>
              <a:rPr lang="zh-CN" altLang="en-US" sz="2000" b="0" i="0" dirty="0">
                <a:solidFill>
                  <a:srgbClr val="050E17"/>
                </a:solidFill>
                <a:effectLst/>
                <a:latin typeface="-apple-system"/>
              </a:rPr>
              <a:t>、</a:t>
            </a:r>
            <a:r>
              <a:rPr lang="en-US" altLang="zh-CN" sz="2000" b="0" i="0" dirty="0">
                <a:solidFill>
                  <a:srgbClr val="050E17"/>
                </a:solidFill>
                <a:effectLst/>
                <a:latin typeface="-apple-system"/>
              </a:rPr>
              <a:t>GPU</a:t>
            </a:r>
            <a:r>
              <a:rPr lang="zh-CN" altLang="en-US" sz="2000" b="0" i="0" dirty="0">
                <a:solidFill>
                  <a:srgbClr val="050E17"/>
                </a:solidFill>
                <a:effectLst/>
                <a:latin typeface="-apple-system"/>
              </a:rPr>
              <a:t>、</a:t>
            </a:r>
            <a:r>
              <a:rPr lang="en-US" altLang="zh-CN" sz="2000" b="0" i="0" dirty="0">
                <a:solidFill>
                  <a:srgbClr val="050E17"/>
                </a:solidFill>
                <a:effectLst/>
                <a:latin typeface="-apple-system"/>
              </a:rPr>
              <a:t>NPU</a:t>
            </a:r>
            <a:r>
              <a:rPr lang="zh-CN" altLang="en-US" sz="2000" b="0" i="0" dirty="0">
                <a:solidFill>
                  <a:srgbClr val="050E17"/>
                </a:solidFill>
                <a:effectLst/>
                <a:latin typeface="-apple-system"/>
              </a:rPr>
              <a:t>等硬件平台。</a:t>
            </a:r>
          </a:p>
        </p:txBody>
      </p:sp>
    </p:spTree>
    <p:custDataLst>
      <p:tags r:id="rId1"/>
    </p:custDataLst>
    <p:extLst>
      <p:ext uri="{BB962C8B-B14F-4D97-AF65-F5344CB8AC3E}">
        <p14:creationId xmlns:p14="http://schemas.microsoft.com/office/powerpoint/2010/main" val="2814240562"/>
      </p:ext>
    </p:extLst>
  </p:cSld>
  <p:clrMapOvr>
    <a:masterClrMapping/>
  </p:clrMapOvr>
  <p:transition spd="slow">
    <p:push dir="u"/>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46200" y="443230"/>
            <a:ext cx="10344785" cy="441960"/>
          </a:xfrm>
        </p:spPr>
        <p:txBody>
          <a:bodyPr/>
          <a:lstStyle/>
          <a:p>
            <a:r>
              <a:rPr lang="en-US" sz="3200" dirty="0">
                <a:sym typeface="+mn-ea"/>
              </a:rPr>
              <a:t>1.3 </a:t>
            </a:r>
            <a:r>
              <a:rPr lang="zh-CN" altLang="en-US" sz="3200" b="1" dirty="0">
                <a:solidFill>
                  <a:srgbClr val="577CCE"/>
                </a:solidFill>
                <a:latin typeface="+mj-ea"/>
                <a:ea typeface="+mj-ea"/>
              </a:rPr>
              <a:t>机器学习工作包及深度学习框架</a:t>
            </a:r>
            <a:endParaRPr sz="3200" dirty="0">
              <a:solidFill>
                <a:srgbClr val="FF0000"/>
              </a:solidFill>
              <a:sym typeface="+mn-ea"/>
            </a:endParaRPr>
          </a:p>
        </p:txBody>
      </p:sp>
      <p:sp>
        <p:nvSpPr>
          <p:cNvPr id="3" name="内容占位符 2">
            <a:extLst>
              <a:ext uri="{FF2B5EF4-FFF2-40B4-BE49-F238E27FC236}">
                <a16:creationId xmlns:a16="http://schemas.microsoft.com/office/drawing/2014/main" id="{15DB4EFB-EE99-6C01-047B-6FD8ACD3ED83}"/>
              </a:ext>
            </a:extLst>
          </p:cNvPr>
          <p:cNvSpPr>
            <a:spLocks noGrp="1"/>
          </p:cNvSpPr>
          <p:nvPr/>
        </p:nvSpPr>
        <p:spPr>
          <a:xfrm>
            <a:off x="968057" y="1366577"/>
            <a:ext cx="10810086" cy="5361394"/>
          </a:xfrm>
          <a:prstGeom prst="rect">
            <a:avLst/>
          </a:prstGeo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l">
              <a:buNone/>
            </a:pPr>
            <a:r>
              <a:rPr lang="zh-CN" altLang="en-US" sz="2000" b="0" i="0" dirty="0">
                <a:solidFill>
                  <a:srgbClr val="577CCE"/>
                </a:solidFill>
                <a:effectLst/>
                <a:latin typeface="-apple-system"/>
              </a:rPr>
              <a:t>考虑到当前 </a:t>
            </a:r>
            <a:r>
              <a:rPr lang="en-US" altLang="zh-CN" sz="2000" b="0" i="0" dirty="0" err="1">
                <a:solidFill>
                  <a:srgbClr val="577CCE"/>
                </a:solidFill>
                <a:effectLst/>
                <a:latin typeface="-apple-system"/>
              </a:rPr>
              <a:t>PyTorch</a:t>
            </a:r>
            <a:r>
              <a:rPr lang="en-US" altLang="zh-CN" sz="2000" b="0" i="0" dirty="0">
                <a:solidFill>
                  <a:srgbClr val="577CCE"/>
                </a:solidFill>
                <a:effectLst/>
                <a:latin typeface="-apple-system"/>
              </a:rPr>
              <a:t> </a:t>
            </a:r>
            <a:r>
              <a:rPr lang="zh-CN" altLang="en-US" sz="2000" b="0" i="0" dirty="0">
                <a:solidFill>
                  <a:srgbClr val="577CCE"/>
                </a:solidFill>
                <a:effectLst/>
                <a:latin typeface="-apple-system"/>
              </a:rPr>
              <a:t>是最为简单、易用高效的深度学习框架之一，课程主要讲述深度框架框架</a:t>
            </a:r>
            <a:r>
              <a:rPr lang="en-US" altLang="zh-CN" sz="2000" b="0" i="0" dirty="0" err="1">
                <a:solidFill>
                  <a:srgbClr val="577CCE"/>
                </a:solidFill>
                <a:effectLst/>
                <a:latin typeface="-apple-system"/>
              </a:rPr>
              <a:t>PyTorch</a:t>
            </a:r>
            <a:r>
              <a:rPr lang="zh-CN" altLang="en-US" sz="2000" b="0" i="0" dirty="0">
                <a:solidFill>
                  <a:srgbClr val="577CCE"/>
                </a:solidFill>
                <a:effectLst/>
                <a:latin typeface="-apple-system"/>
              </a:rPr>
              <a:t>的使用方法</a:t>
            </a:r>
            <a:r>
              <a:rPr lang="en-US" altLang="zh-CN" sz="2000" b="0" i="0" dirty="0">
                <a:solidFill>
                  <a:srgbClr val="577CCE"/>
                </a:solidFill>
                <a:effectLst/>
                <a:latin typeface="-apple-system"/>
              </a:rPr>
              <a:t>,</a:t>
            </a:r>
            <a:r>
              <a:rPr lang="zh-CN" altLang="en-US" sz="2000" b="0" i="0" dirty="0">
                <a:solidFill>
                  <a:srgbClr val="577CCE"/>
                </a:solidFill>
                <a:effectLst/>
                <a:latin typeface="-apple-system"/>
              </a:rPr>
              <a:t>以及 </a:t>
            </a:r>
            <a:r>
              <a:rPr lang="en-US" altLang="zh-CN" sz="2000" b="0" i="0" dirty="0" err="1">
                <a:solidFill>
                  <a:srgbClr val="577CCE"/>
                </a:solidFill>
                <a:effectLst/>
                <a:latin typeface="-apple-system"/>
              </a:rPr>
              <a:t>PyTorch</a:t>
            </a:r>
            <a:r>
              <a:rPr lang="en-US" altLang="zh-CN" sz="2000" b="0" i="0" dirty="0">
                <a:solidFill>
                  <a:srgbClr val="577CCE"/>
                </a:solidFill>
                <a:effectLst/>
                <a:latin typeface="-apple-system"/>
              </a:rPr>
              <a:t> </a:t>
            </a:r>
            <a:r>
              <a:rPr lang="zh-CN" altLang="en-US" sz="2000" b="0" i="0" dirty="0">
                <a:solidFill>
                  <a:srgbClr val="577CCE"/>
                </a:solidFill>
                <a:effectLst/>
                <a:latin typeface="-apple-system"/>
              </a:rPr>
              <a:t>在多种应用中的实战案例</a:t>
            </a:r>
            <a:r>
              <a:rPr lang="zh-CN" altLang="en-US" sz="2000" dirty="0">
                <a:solidFill>
                  <a:srgbClr val="577CCE"/>
                </a:solidFill>
                <a:latin typeface="-apple-system"/>
              </a:rPr>
              <a:t>。</a:t>
            </a:r>
            <a:endParaRPr lang="en-US" altLang="zh-CN" sz="2000" dirty="0">
              <a:solidFill>
                <a:srgbClr val="577CCE"/>
              </a:solidFill>
              <a:latin typeface="-apple-system"/>
            </a:endParaRPr>
          </a:p>
          <a:p>
            <a:pPr marL="0" indent="0" algn="l">
              <a:buNone/>
            </a:pPr>
            <a:endParaRPr lang="zh-CN" altLang="en-US" sz="2000" b="0" i="0" dirty="0">
              <a:solidFill>
                <a:srgbClr val="050E17"/>
              </a:solidFill>
              <a:effectLst/>
              <a:latin typeface="-apple-system"/>
            </a:endParaRPr>
          </a:p>
        </p:txBody>
      </p:sp>
      <p:grpSp>
        <p:nvGrpSpPr>
          <p:cNvPr id="8" name="组合 7">
            <a:extLst>
              <a:ext uri="{FF2B5EF4-FFF2-40B4-BE49-F238E27FC236}">
                <a16:creationId xmlns:a16="http://schemas.microsoft.com/office/drawing/2014/main" id="{66F14D45-0B97-D3FD-BEF7-A29018C897AF}"/>
              </a:ext>
            </a:extLst>
          </p:cNvPr>
          <p:cNvGrpSpPr/>
          <p:nvPr/>
        </p:nvGrpSpPr>
        <p:grpSpPr>
          <a:xfrm>
            <a:off x="2060860" y="2809618"/>
            <a:ext cx="8070279" cy="3529651"/>
            <a:chOff x="1842747" y="2869602"/>
            <a:chExt cx="8070279" cy="3529651"/>
          </a:xfrm>
        </p:grpSpPr>
        <p:pic>
          <p:nvPicPr>
            <p:cNvPr id="5" name="图片 4">
              <a:extLst>
                <a:ext uri="{FF2B5EF4-FFF2-40B4-BE49-F238E27FC236}">
                  <a16:creationId xmlns:a16="http://schemas.microsoft.com/office/drawing/2014/main" id="{9DF77D8A-1132-F430-E493-9D64371A1506}"/>
                </a:ext>
              </a:extLst>
            </p:cNvPr>
            <p:cNvPicPr>
              <a:picLocks noChangeAspect="1"/>
            </p:cNvPicPr>
            <p:nvPr/>
          </p:nvPicPr>
          <p:blipFill>
            <a:blip r:embed="rId3"/>
            <a:stretch>
              <a:fillRect/>
            </a:stretch>
          </p:blipFill>
          <p:spPr>
            <a:xfrm>
              <a:off x="1842747" y="2869602"/>
              <a:ext cx="8070279" cy="3048264"/>
            </a:xfrm>
            <a:prstGeom prst="rect">
              <a:avLst/>
            </a:prstGeom>
          </p:spPr>
        </p:pic>
        <p:sp>
          <p:nvSpPr>
            <p:cNvPr id="7" name="文本框 6">
              <a:extLst>
                <a:ext uri="{FF2B5EF4-FFF2-40B4-BE49-F238E27FC236}">
                  <a16:creationId xmlns:a16="http://schemas.microsoft.com/office/drawing/2014/main" id="{85A2F41B-F659-477D-E259-4B87C1FF777D}"/>
                </a:ext>
              </a:extLst>
            </p:cNvPr>
            <p:cNvSpPr txBox="1"/>
            <p:nvPr/>
          </p:nvSpPr>
          <p:spPr>
            <a:xfrm>
              <a:off x="3471291" y="6029921"/>
              <a:ext cx="6094602" cy="369332"/>
            </a:xfrm>
            <a:prstGeom prst="rect">
              <a:avLst/>
            </a:prstGeom>
            <a:noFill/>
          </p:spPr>
          <p:txBody>
            <a:bodyPr wrap="square">
              <a:spAutoFit/>
            </a:bodyPr>
            <a:lstStyle/>
            <a:p>
              <a:r>
                <a:rPr lang="zh-CN" altLang="en-US" dirty="0"/>
                <a:t>深度学习开源框架在 Github 上的关注度</a:t>
              </a:r>
            </a:p>
          </p:txBody>
        </p:sp>
      </p:grpSp>
    </p:spTree>
    <p:custDataLst>
      <p:tags r:id="rId1"/>
    </p:custDataLst>
    <p:extLst>
      <p:ext uri="{BB962C8B-B14F-4D97-AF65-F5344CB8AC3E}">
        <p14:creationId xmlns:p14="http://schemas.microsoft.com/office/powerpoint/2010/main" val="1815102542"/>
      </p:ext>
    </p:extLst>
  </p:cSld>
  <p:clrMapOvr>
    <a:masterClrMapping/>
  </p:clrMapOvr>
  <p:transition spd="slow">
    <p:push dir="u"/>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6967" y="485174"/>
            <a:ext cx="9832340" cy="441960"/>
          </a:xfrm>
        </p:spPr>
        <p:txBody>
          <a:bodyPr/>
          <a:lstStyle/>
          <a:p>
            <a:r>
              <a:rPr lang="zh-CN" altLang="en-US" sz="3600" dirty="0"/>
              <a:t>习题</a:t>
            </a:r>
            <a:endParaRPr sz="3600" dirty="0"/>
          </a:p>
        </p:txBody>
      </p:sp>
      <p:sp>
        <p:nvSpPr>
          <p:cNvPr id="9" name="文本框 8">
            <a:extLst>
              <a:ext uri="{FF2B5EF4-FFF2-40B4-BE49-F238E27FC236}">
                <a16:creationId xmlns:a16="http://schemas.microsoft.com/office/drawing/2014/main" id="{2D4F1782-F9DB-B07A-809C-F609303E371B}"/>
              </a:ext>
            </a:extLst>
          </p:cNvPr>
          <p:cNvSpPr txBox="1"/>
          <p:nvPr/>
        </p:nvSpPr>
        <p:spPr>
          <a:xfrm>
            <a:off x="456967" y="1627463"/>
            <a:ext cx="10666835" cy="2246769"/>
          </a:xfrm>
          <a:prstGeom prst="rect">
            <a:avLst/>
          </a:prstGeom>
          <a:noFill/>
        </p:spPr>
        <p:txBody>
          <a:bodyPr wrap="square" rtlCol="0">
            <a:spAutoFit/>
          </a:bodyPr>
          <a:lstStyle/>
          <a:p>
            <a:r>
              <a:rPr lang="en-US" altLang="zh-CN" sz="2800" b="1" dirty="0">
                <a:solidFill>
                  <a:srgbClr val="577CCE"/>
                </a:solidFill>
                <a:latin typeface="+mj-ea"/>
                <a:ea typeface="+mj-ea"/>
              </a:rPr>
              <a:t>(1)</a:t>
            </a:r>
            <a:r>
              <a:rPr lang="zh-CN" altLang="en-US" sz="2800" b="1" dirty="0">
                <a:solidFill>
                  <a:srgbClr val="577CCE"/>
                </a:solidFill>
                <a:latin typeface="+mj-ea"/>
                <a:ea typeface="+mj-ea"/>
              </a:rPr>
              <a:t>人们普遍认为人工能有哪几次浪潮</a:t>
            </a:r>
            <a:r>
              <a:rPr lang="en-US" altLang="zh-CN" sz="2800" b="1" dirty="0">
                <a:solidFill>
                  <a:srgbClr val="577CCE"/>
                </a:solidFill>
                <a:latin typeface="+mj-ea"/>
                <a:ea typeface="+mj-ea"/>
              </a:rPr>
              <a:t>?</a:t>
            </a:r>
          </a:p>
          <a:p>
            <a:r>
              <a:rPr lang="en-US" altLang="zh-CN" sz="2800" b="1" dirty="0">
                <a:solidFill>
                  <a:srgbClr val="577CCE"/>
                </a:solidFill>
                <a:latin typeface="+mj-ea"/>
                <a:ea typeface="+mj-ea"/>
              </a:rPr>
              <a:t>(2)</a:t>
            </a:r>
            <a:r>
              <a:rPr lang="zh-CN" altLang="en-US" sz="2800" b="1" dirty="0">
                <a:solidFill>
                  <a:srgbClr val="577CCE"/>
                </a:solidFill>
                <a:latin typeface="+mj-ea"/>
                <a:ea typeface="+mj-ea"/>
              </a:rPr>
              <a:t>列举近几年人工能领域发生的你有深印象的重大事件</a:t>
            </a:r>
          </a:p>
          <a:p>
            <a:r>
              <a:rPr lang="en-US" altLang="zh-CN" sz="2800" b="1" dirty="0">
                <a:solidFill>
                  <a:srgbClr val="577CCE"/>
                </a:solidFill>
                <a:latin typeface="+mj-ea"/>
                <a:ea typeface="+mj-ea"/>
              </a:rPr>
              <a:t>(3)</a:t>
            </a:r>
            <a:r>
              <a:rPr lang="zh-CN" altLang="en-US" sz="2800" b="1" dirty="0">
                <a:solidFill>
                  <a:srgbClr val="577CCE"/>
                </a:solidFill>
                <a:latin typeface="+mj-ea"/>
                <a:ea typeface="+mj-ea"/>
              </a:rPr>
              <a:t>分别列举当前人们常用的国内和国外的深度学架</a:t>
            </a:r>
          </a:p>
          <a:p>
            <a:r>
              <a:rPr lang="en-US" altLang="zh-CN" sz="2800" b="1" dirty="0">
                <a:solidFill>
                  <a:srgbClr val="577CCE"/>
                </a:solidFill>
                <a:latin typeface="+mj-ea"/>
                <a:ea typeface="+mj-ea"/>
              </a:rPr>
              <a:t>(4)</a:t>
            </a:r>
            <a:r>
              <a:rPr lang="zh-CN" altLang="en-US" sz="2800" b="1" dirty="0">
                <a:solidFill>
                  <a:srgbClr val="577CCE"/>
                </a:solidFill>
                <a:latin typeface="+mj-ea"/>
                <a:ea typeface="+mj-ea"/>
              </a:rPr>
              <a:t>模式识别与机器学习的关系是怎样的</a:t>
            </a:r>
            <a:r>
              <a:rPr lang="en-US" altLang="zh-CN" sz="2800" b="1" dirty="0">
                <a:solidFill>
                  <a:srgbClr val="577CCE"/>
                </a:solidFill>
                <a:latin typeface="+mj-ea"/>
                <a:ea typeface="+mj-ea"/>
              </a:rPr>
              <a:t>?</a:t>
            </a:r>
          </a:p>
          <a:p>
            <a:r>
              <a:rPr lang="en-US" altLang="zh-CN" sz="2800" b="1" dirty="0">
                <a:solidFill>
                  <a:srgbClr val="577CCE"/>
                </a:solidFill>
                <a:latin typeface="+mj-ea"/>
                <a:ea typeface="+mj-ea"/>
              </a:rPr>
              <a:t>(5)</a:t>
            </a:r>
            <a:r>
              <a:rPr lang="zh-CN" altLang="en-US" sz="2800" b="1" dirty="0">
                <a:solidFill>
                  <a:srgbClr val="577CCE"/>
                </a:solidFill>
                <a:latin typeface="+mj-ea"/>
                <a:ea typeface="+mj-ea"/>
              </a:rPr>
              <a:t>按照学习方式机器学习主要分为哪几大类</a:t>
            </a:r>
            <a:r>
              <a:rPr lang="en-US" altLang="zh-CN" sz="2800" b="1" dirty="0">
                <a:solidFill>
                  <a:srgbClr val="577CCE"/>
                </a:solidFill>
                <a:latin typeface="+mj-ea"/>
                <a:ea typeface="+mj-ea"/>
              </a:rPr>
              <a:t>?</a:t>
            </a:r>
            <a:endParaRPr lang="zh-CN" altLang="en-US" sz="2800" b="1" dirty="0">
              <a:solidFill>
                <a:srgbClr val="577CCE"/>
              </a:solidFill>
              <a:latin typeface="+mj-ea"/>
              <a:ea typeface="+mj-ea"/>
            </a:endParaRPr>
          </a:p>
        </p:txBody>
      </p:sp>
    </p:spTree>
    <p:custDataLst>
      <p:tags r:id="rId1"/>
    </p:custDataLst>
    <p:extLst>
      <p:ext uri="{BB962C8B-B14F-4D97-AF65-F5344CB8AC3E}">
        <p14:creationId xmlns:p14="http://schemas.microsoft.com/office/powerpoint/2010/main" val="4214583496"/>
      </p:ext>
    </p:extLst>
  </p:cSld>
  <p:clrMapOvr>
    <a:masterClrMapping/>
  </p:clrMapOvr>
  <p:transition spd="slow">
    <p:push dir="u"/>
  </p:transition>
</p:sld>
</file>

<file path=ppt/tags/tag1.xml><?xml version="1.0" encoding="utf-8"?>
<p:tagLst xmlns:a="http://schemas.openxmlformats.org/drawingml/2006/main" xmlns:r="http://schemas.openxmlformats.org/officeDocument/2006/relationships" xmlns:p="http://schemas.openxmlformats.org/presentationml/2006/main">
  <p:tag name="COMMONDATA" val="eyJoZGlkIjoiZTI0MjI4OTA3Njg4MjI2NWFiNWQ4ZWQyODE5ZDFhZjgifQ=="/>
  <p:tag name="KSO_WPP_MARK_KEY" val="fe86a6e1-fea7-47ab-bf24-6acd3bb1a183"/>
</p:tagLst>
</file>

<file path=ppt/tags/tag2.xml><?xml version="1.0" encoding="utf-8"?>
<p:tagLst xmlns:a="http://schemas.openxmlformats.org/drawingml/2006/main" xmlns:r="http://schemas.openxmlformats.org/officeDocument/2006/relationships"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176"/>
  <p:tag name="KSO_WM_TEMPLATE_MASTER_TYPE" val="0"/>
  <p:tag name="KSO_WM_TEMPLATE_COLOR_TYPE" val="1"/>
  <p:tag name="KSO_WM_UNIT_SHOW_EDIT_AREA_INDICATION" val="1"/>
</p:tagLst>
</file>

<file path=ppt/tags/tag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176"/>
</p:tagLst>
</file>

<file path=ppt/tags/tag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176"/>
</p:tagLst>
</file>

<file path=ppt/tags/tag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6916"/>
</p:tagLst>
</file>

<file path=ppt/tags/tag6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6916"/>
</p:tagLst>
</file>

<file path=ppt/tags/tag6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9.xml><?xml version="1.0" encoding="utf-8"?>
<p:tagLst xmlns:a="http://schemas.openxmlformats.org/drawingml/2006/main" xmlns:r="http://schemas.openxmlformats.org/officeDocument/2006/relationships" xmlns:p="http://schemas.openxmlformats.org/presentationml/2006/main">
  <p:tag name="KSO_WM_TEMPLATE_SUBCATEGORY" val="0"/>
  <p:tag name="KSO_WM_TEMPLATE_MASTER_TYPE" val="1"/>
  <p:tag name="KSO_WM_TEMPLATE_COLOR_TYPE" val="1"/>
  <p:tag name="KSO_WM_TAG_VERSION" val="1.0"/>
  <p:tag name="KSO_WM_BEAUTIFY_FLAG" val="#wm#"/>
  <p:tag name="KSO_WM_TEMPLATE_CATEGORY" val="custom"/>
  <p:tag name="KSO_WM_TEMPLATE_INDEX" val="20206916"/>
  <p:tag name="KSO_WM_TEMPLATE_MASTER_THUMB_INDEX" val="12"/>
  <p:tag name="KSO_WM_TEMPLATE_THUMBS_INDEX" val="1、4、7、8、10、11、12、13、15"/>
</p:tagLst>
</file>

<file path=ppt/tags/tag7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y*7"/>
  <p:tag name="KSO_WM_UNIT_LAYERLEVEL" val="1"/>
  <p:tag name="KSO_WM_TAG_VERSION" val="1.0"/>
  <p:tag name="KSO_WM_BEAUTIFY_FLAG" val="#wm#"/>
  <p:tag name="KSO_WM_UNIT_TYPE" val="y"/>
  <p:tag name="KSO_WM_UNIT_INDEX" val="7"/>
</p:tagLst>
</file>

<file path=ppt/tags/tag7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y*1"/>
  <p:tag name="KSO_WM_UNIT_LAYERLEVEL" val="1"/>
  <p:tag name="KSO_WM_TAG_VERSION" val="1.0"/>
  <p:tag name="KSO_WM_BEAUTIFY_FLAG" val="#wm#"/>
  <p:tag name="KSO_WM_UNIT_TYPE" val="y"/>
  <p:tag name="KSO_WM_UNIT_INDEX" val="1"/>
</p:tagLst>
</file>

<file path=ppt/tags/tag7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y*2"/>
  <p:tag name="KSO_WM_UNIT_LAYERLEVEL" val="1"/>
  <p:tag name="KSO_WM_TAG_VERSION" val="1.0"/>
  <p:tag name="KSO_WM_BEAUTIFY_FLAG" val="#wm#"/>
  <p:tag name="KSO_WM_UNIT_TYPE" val="y"/>
  <p:tag name="KSO_WM_UNIT_INDEX" val="2"/>
</p:tagLst>
</file>

<file path=ppt/tags/tag7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y*3"/>
  <p:tag name="KSO_WM_UNIT_LAYERLEVEL" val="1"/>
  <p:tag name="KSO_WM_TAG_VERSION" val="1.0"/>
  <p:tag name="KSO_WM_BEAUTIFY_FLAG" val="#wm#"/>
  <p:tag name="KSO_WM_UNIT_TYPE" val="y"/>
  <p:tag name="KSO_WM_UNIT_INDEX" val="3"/>
</p:tagLst>
</file>

<file path=ppt/tags/tag7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y*4"/>
  <p:tag name="KSO_WM_UNIT_LAYERLEVEL" val="1"/>
  <p:tag name="KSO_WM_TAG_VERSION" val="1.0"/>
  <p:tag name="KSO_WM_BEAUTIFY_FLAG" val="#wm#"/>
  <p:tag name="KSO_WM_UNIT_TYPE" val="y"/>
  <p:tag name="KSO_WM_UNIT_INDEX" val="4"/>
</p:tagLst>
</file>

<file path=ppt/tags/tag7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y*5"/>
  <p:tag name="KSO_WM_UNIT_LAYERLEVEL" val="1"/>
  <p:tag name="KSO_WM_TAG_VERSION" val="1.0"/>
  <p:tag name="KSO_WM_BEAUTIFY_FLAG" val="#wm#"/>
  <p:tag name="KSO_WM_UNIT_TYPE" val="y"/>
  <p:tag name="KSO_WM_UNIT_INDEX" val="5"/>
</p:tagLst>
</file>

<file path=ppt/tags/tag7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y*6"/>
  <p:tag name="KSO_WM_UNIT_LAYERLEVEL" val="1"/>
  <p:tag name="KSO_WM_TAG_VERSION" val="1.0"/>
  <p:tag name="KSO_WM_BEAUTIFY_FLAG" val="#wm#"/>
  <p:tag name="KSO_WM_UNIT_TYPE" val="y"/>
  <p:tag name="KSO_WM_UNIT_INDEX" val="6"/>
</p:tagLst>
</file>

<file path=ppt/tags/tag7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7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7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8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8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8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8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8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9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9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9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9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9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9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9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9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9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9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0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0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0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0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0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0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0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0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0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0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1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1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1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11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11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11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1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1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1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1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2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2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2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2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2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2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2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2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2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2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3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3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3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3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3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3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3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3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3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SLIDE_BK_DARK_LIGHT" val="2"/>
</p:tagLst>
</file>

<file path=ppt/tags/tag13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SLIDE_BK_DARK_LIGHT" val="2"/>
</p:tagLst>
</file>

<file path=ppt/tags/tag14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SLIDE_BK_DARK_LIGHT" val="2"/>
</p:tagLst>
</file>

<file path=ppt/tags/tag14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SLIDE_BK_DARK_LIGHT" val="2"/>
</p:tagLst>
</file>

<file path=ppt/tags/tag14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_13*i*1"/>
  <p:tag name="KSO_WM_UNIT_LAYERLEVEL" val="1"/>
  <p:tag name="KSO_WM_TAG_VERSION" val="1.0"/>
  <p:tag name="KSO_WM_BEAUTIFY_FLAG" val="#wm#"/>
  <p:tag name="KSO_WM_UNIT_SUBTYPE" val="h"/>
  <p:tag name="KSO_WM_SLIDE_BACKGROUND_TYPE" val="frame"/>
  <p:tag name="KSO_WM_SLIDE_BK_DARK_LIGHT" val="2"/>
  <p:tag name="KSO_WM_UNIT_BK_DARK_LIGHT" val="2"/>
</p:tagLst>
</file>

<file path=ppt/tags/tag14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14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14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14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14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14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i*1"/>
  <p:tag name="KSO_WM_UNIT_LAYERLEVEL" val="1"/>
  <p:tag name="KSO_WM_TAG_VERSION" val="1.0"/>
  <p:tag name="KSO_WM_BEAUTIFY_FLAG" val="#wm#"/>
  <p:tag name="KSO_WM_UNIT_TYPE" val="i"/>
  <p:tag name="KSO_WM_UNIT_INDEX" val="1"/>
  <p:tag name="KSO_WM_UNIT_SUBTYPE" val="h"/>
  <p:tag name="KSO_WM_SLIDE_BACKGROUND_TYPE" val="leftRight"/>
  <p:tag name="KSO_WM_SLIDE_BK_DARK_LIGHT" val="2"/>
  <p:tag name="KSO_WM_UNIT_BK_DARK_LIGHT" val="2"/>
</p:tagLst>
</file>

<file path=ppt/tags/tag149.xml><?xml version="1.0" encoding="utf-8"?>
<p:tagLst xmlns:a="http://schemas.openxmlformats.org/drawingml/2006/main" xmlns:r="http://schemas.openxmlformats.org/officeDocument/2006/relationships"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150.xml><?xml version="1.0" encoding="utf-8"?>
<p:tagLst xmlns:a="http://schemas.openxmlformats.org/drawingml/2006/main" xmlns:r="http://schemas.openxmlformats.org/officeDocument/2006/relationships"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15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15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15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15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15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15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15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i*1"/>
  <p:tag name="KSO_WM_UNIT_LAYERLEVEL" val="1"/>
  <p:tag name="KSO_WM_TAG_VERSION" val="1.0"/>
  <p:tag name="KSO_WM_BEAUTIFY_FLAG" val="#wm#"/>
  <p:tag name="KSO_WM_UNIT_TYPE" val="i"/>
  <p:tag name="KSO_WM_UNIT_INDEX" val="1"/>
  <p:tag name="KSO_WM_UNIT_SUBTYPE" val="h"/>
  <p:tag name="KSO_WM_SLIDE_BACKGROUND_TYPE" val="topBottom"/>
  <p:tag name="KSO_WM_SLIDE_BK_DARK_LIGHT" val="2"/>
  <p:tag name="KSO_WM_UNIT_BK_DARK_LIGHT" val="2"/>
</p:tagLst>
</file>

<file path=ppt/tags/tag158.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159.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16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16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16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16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16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16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16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i*1"/>
  <p:tag name="KSO_WM_UNIT_LAYERLEVEL" val="1"/>
  <p:tag name="KSO_WM_TAG_VERSION" val="1.0"/>
  <p:tag name="KSO_WM_BEAUTIFY_FLAG" val="#wm#"/>
  <p:tag name="KSO_WM_UNIT_TYPE" val="i"/>
  <p:tag name="KSO_WM_UNIT_INDEX" val="1"/>
  <p:tag name="KSO_WM_UNIT_SUBTYPE" val="h"/>
  <p:tag name="KSO_WM_SLIDE_BACKGROUND_TYPE" val="bottomTop"/>
  <p:tag name="KSO_WM_SLIDE_BK_DARK_LIGHT" val="2"/>
  <p:tag name="KSO_WM_UNIT_BK_DARK_LIGHT" val="2"/>
</p:tagLst>
</file>

<file path=ppt/tags/tag167.xml><?xml version="1.0" encoding="utf-8"?>
<p:tagLst xmlns:a="http://schemas.openxmlformats.org/drawingml/2006/main" xmlns:r="http://schemas.openxmlformats.org/officeDocument/2006/relationships"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16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6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7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7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7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7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7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i*1"/>
  <p:tag name="KSO_WM_UNIT_LAYERLEVEL" val="1"/>
  <p:tag name="KSO_WM_TAG_VERSION" val="1.0"/>
  <p:tag name="KSO_WM_BEAUTIFY_FLAG" val="#wm#"/>
  <p:tag name="KSO_WM_UNIT_TYPE" val="i"/>
  <p:tag name="KSO_WM_UNIT_INDEX" val="1"/>
  <p:tag name="KSO_WM_UNIT_SUBTYPE" val="h"/>
  <p:tag name="KSO_WM_SLIDE_BACKGROUND_TYPE" val="navigation"/>
  <p:tag name="KSO_WM_SLIDE_BK_DARK_LIGHT" val="2"/>
  <p:tag name="KSO_WM_UNIT_BK_DARK_LIGHT" val="2"/>
</p:tagLst>
</file>

<file path=ppt/tags/tag17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7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7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7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7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8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8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8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8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i*1"/>
  <p:tag name="KSO_WM_UNIT_LAYERLEVEL" val="1"/>
  <p:tag name="KSO_WM_TAG_VERSION" val="1.0"/>
  <p:tag name="KSO_WM_BEAUTIFY_FLAG" val="#wm#"/>
  <p:tag name="KSO_WM_UNIT_TYPE" val="i"/>
  <p:tag name="KSO_WM_UNIT_INDEX" val="1"/>
  <p:tag name="KSO_WM_UNIT_SUBTYPE" val="h"/>
  <p:tag name="KSO_WM_SLIDE_BACKGROUND_TYPE" val="belt"/>
  <p:tag name="KSO_WM_SLIDE_BK_DARK_LIGHT" val="2"/>
  <p:tag name="KSO_WM_UNIT_BK_DARK_LIGHT" val="2"/>
</p:tagLst>
</file>

<file path=ppt/tags/tag18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8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8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8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8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89.xml><?xml version="1.0" encoding="utf-8"?>
<p:tagLst xmlns:a="http://schemas.openxmlformats.org/drawingml/2006/main" xmlns:r="http://schemas.openxmlformats.org/officeDocument/2006/relationships" xmlns:p="http://schemas.openxmlformats.org/presentationml/2006/main">
  <p:tag name="KSO_WM_SLIDE_ID" val="custom20206916_1"/>
  <p:tag name="KSO_WM_TEMPLATE_SUBCATEGORY" val="0"/>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06916"/>
  <p:tag name="KSO_WM_SLIDE_LAYOUT" val="a_b_f"/>
  <p:tag name="KSO_WM_SLIDE_LAYOUT_CNT" val="1_1_1"/>
  <p:tag name="KSO_WM_TEMPLATE_MASTER_THUMB_INDEX" val="12"/>
  <p:tag name="KSO_WM_TEMPLATE_THUMBS_INDEX" val="1、4、7、8、10、11、12、13、15"/>
</p:tagLst>
</file>

<file path=ppt/tags/tag190.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11"/>
  <p:tag name="KSO_WM_UNIT_HIGHLIGHT" val="0"/>
  <p:tag name="KSO_WM_UNIT_COMPATIBLE" val="0"/>
  <p:tag name="KSO_WM_UNIT_DIAGRAM_ISNUMVISUAL" val="0"/>
  <p:tag name="KSO_WM_UNIT_DIAGRAM_ISREFERUNIT" val="0"/>
  <p:tag name="KSO_WM_UNIT_TYPE" val="a"/>
  <p:tag name="KSO_WM_UNIT_INDEX" val="1"/>
  <p:tag name="KSO_WM_UNIT_ID" val="custom20206916_1*a*1"/>
  <p:tag name="KSO_WM_TEMPLATE_CATEGORY" val="custom"/>
  <p:tag name="KSO_WM_TEMPLATE_INDEX" val="20206916"/>
  <p:tag name="KSO_WM_UNIT_LAYERLEVEL" val="1"/>
  <p:tag name="KSO_WM_TAG_VERSION" val="1.0"/>
  <p:tag name="KSO_WM_BEAUTIFY_FLAG" val="#wm#"/>
  <p:tag name="KSO_WM_UNIT_PRESET_TEXT" val="空白演示经典风格"/>
</p:tagLst>
</file>

<file path=ppt/tags/tag191.xml><?xml version="1.0" encoding="utf-8"?>
<p:tagLst xmlns:a="http://schemas.openxmlformats.org/drawingml/2006/main" xmlns:r="http://schemas.openxmlformats.org/officeDocument/2006/relationships" xmlns:p="http://schemas.openxmlformats.org/presentationml/2006/main">
  <p:tag name="KSO_WM_UNIT_NOCLEAR" val="0"/>
  <p:tag name="KSO_WM_UNIT_VALUE" val="10"/>
  <p:tag name="KSO_WM_UNIT_HIGHLIGHT" val="0"/>
  <p:tag name="KSO_WM_UNIT_COMPATIBLE" val="0"/>
  <p:tag name="KSO_WM_UNIT_DIAGRAM_ISNUMVISUAL" val="0"/>
  <p:tag name="KSO_WM_UNIT_DIAGRAM_ISREFERUNIT" val="0"/>
  <p:tag name="KSO_WM_UNIT_TYPE" val="f"/>
  <p:tag name="KSO_WM_UNIT_INDEX" val="1"/>
  <p:tag name="KSO_WM_UNIT_ID" val="custom20206916_1*f*1"/>
  <p:tag name="KSO_WM_TEMPLATE_CATEGORY" val="custom"/>
  <p:tag name="KSO_WM_TEMPLATE_INDEX" val="20206916"/>
  <p:tag name="KSO_WM_UNIT_LAYERLEVEL" val="1"/>
  <p:tag name="KSO_WM_TAG_VERSION" val="1.0"/>
  <p:tag name="KSO_WM_BEAUTIFY_FLAG" val="#wm#"/>
  <p:tag name="KSO_WM_UNIT_ISCONTENTSTITLE" val="0"/>
  <p:tag name="KSO_WM_UNIT_ISNUMDGMTITLE" val="0"/>
  <p:tag name="KSO_WM_UNIT_PRESET_TEXT" val="演讲者："/>
  <p:tag name="KSO_WM_UNIT_SUBTYPE" val="b"/>
  <p:tag name="KSO_WM_UNIT_TEXT_FILL_FORE_SCHEMECOLOR_INDEX_BRIGHTNESS" val="0"/>
  <p:tag name="KSO_WM_UNIT_TEXT_FILL_FORE_SCHEMECOLOR_INDEX" val="5"/>
  <p:tag name="KSO_WM_UNIT_TEXT_FILL_TYPE" val="1"/>
</p:tagLst>
</file>

<file path=ppt/tags/tag192.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6916"/>
</p:tagLst>
</file>

<file path=ppt/tags/tag193.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6916"/>
</p:tagLst>
</file>

<file path=ppt/tags/tag194.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6916"/>
</p:tagLst>
</file>

<file path=ppt/tags/tag195.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6916"/>
</p:tagLst>
</file>

<file path=ppt/tags/tag196.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6916"/>
</p:tagLst>
</file>

<file path=ppt/tags/tag197.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6916"/>
</p:tagLst>
</file>

<file path=ppt/tags/tag198.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6916"/>
</p:tagLst>
</file>

<file path=ppt/tags/tag199.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6916"/>
</p:tagLst>
</file>

<file path=ppt/tags/tag200.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6916"/>
</p:tagLst>
</file>

<file path=ppt/tags/tag201.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6916"/>
</p:tagLst>
</file>

<file path=ppt/tags/tag202.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6916"/>
</p:tagLst>
</file>

<file path=ppt/tags/tag203.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6916"/>
</p:tagLst>
</file>

<file path=ppt/tags/tag204.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6916"/>
</p:tagLst>
</file>

<file path=ppt/tags/tag205.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6916"/>
</p:tagLst>
</file>

<file path=ppt/tags/tag206.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6916"/>
</p:tagLst>
</file>

<file path=ppt/tags/tag207.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6916"/>
</p:tagLst>
</file>

<file path=ppt/tags/tag208.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6916"/>
</p:tagLst>
</file>

<file path=ppt/tags/tag209.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6916"/>
</p:tagLst>
</file>

<file path=ppt/tags/tag210.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6916"/>
</p:tagLst>
</file>

<file path=ppt/tags/tag211.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6916"/>
</p:tagLst>
</file>

<file path=ppt/tags/tag212.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6916"/>
</p:tagLst>
</file>

<file path=ppt/tags/tag213.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6916"/>
</p:tagLst>
</file>

<file path=ppt/tags/tag214.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6916"/>
</p:tagLst>
</file>

<file path=ppt/tags/tag215.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6916"/>
</p:tagLst>
</file>

<file path=ppt/theme/theme1.xml><?xml version="1.0" encoding="utf-8"?>
<a:theme xmlns:a="http://schemas.openxmlformats.org/drawingml/2006/main" name="Office 主题​​">
  <a:themeElements>
    <a:clrScheme name="新版空白演示配色">
      <a:dk1>
        <a:srgbClr val="000000"/>
      </a:dk1>
      <a:lt1>
        <a:srgbClr val="FFFFFF"/>
      </a:lt1>
      <a:dk2>
        <a:srgbClr val="0F1423"/>
      </a:dk2>
      <a:lt2>
        <a:srgbClr val="FFFFFF"/>
      </a:lt2>
      <a:accent1>
        <a:srgbClr val="6096E6"/>
      </a:accent1>
      <a:accent2>
        <a:srgbClr val="58B6E5"/>
      </a:accent2>
      <a:accent3>
        <a:srgbClr val="56CA95"/>
      </a:accent3>
      <a:accent4>
        <a:srgbClr val="FFBA55"/>
      </a:accent4>
      <a:accent5>
        <a:srgbClr val="F18870"/>
      </a:accent5>
      <a:accent6>
        <a:srgbClr val="EC5F74"/>
      </a:accent6>
      <a:hlink>
        <a:srgbClr val="0563C1"/>
      </a:hlink>
      <a:folHlink>
        <a:srgbClr val="954D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gs>
            <a:gs pos="100000">
              <a:schemeClr val="phClr">
                <a:lumMod val="85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SM 预置配色-灰色">
      <a:dk1>
        <a:srgbClr val="000000"/>
      </a:dk1>
      <a:lt1>
        <a:srgbClr val="FFFFFF"/>
      </a:lt1>
      <a:dk2>
        <a:srgbClr val="D9D9D9"/>
      </a:dk2>
      <a:lt2>
        <a:srgbClr val="FFFFFF"/>
      </a:lt2>
      <a:accent1>
        <a:srgbClr val="577CCE"/>
      </a:accent1>
      <a:accent2>
        <a:srgbClr val="5999AF"/>
      </a:accent2>
      <a:accent3>
        <a:srgbClr val="5BA080"/>
      </a:accent3>
      <a:accent4>
        <a:srgbClr val="8BAA69"/>
      </a:accent4>
      <a:accent5>
        <a:srgbClr val="D6B250"/>
      </a:accent5>
      <a:accent6>
        <a:srgbClr val="E79647"/>
      </a:accent6>
      <a:hlink>
        <a:srgbClr val="0000FF"/>
      </a:hlink>
      <a:folHlink>
        <a:srgbClr val="FF00FF"/>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915</TotalTime>
  <Words>3694</Words>
  <Application>Microsoft Office PowerPoint</Application>
  <PresentationFormat>宽屏</PresentationFormat>
  <Paragraphs>135</Paragraphs>
  <Slides>26</Slides>
  <Notes>0</Notes>
  <HiddenSlides>0</HiddenSlides>
  <MMClips>0</MMClips>
  <ScaleCrop>false</ScaleCrop>
  <HeadingPairs>
    <vt:vector size="6" baseType="variant">
      <vt:variant>
        <vt:lpstr>已用的字体</vt:lpstr>
      </vt:variant>
      <vt:variant>
        <vt:i4>5</vt:i4>
      </vt:variant>
      <vt:variant>
        <vt:lpstr>主题</vt:lpstr>
      </vt:variant>
      <vt:variant>
        <vt:i4>2</vt:i4>
      </vt:variant>
      <vt:variant>
        <vt:lpstr>幻灯片标题</vt:lpstr>
      </vt:variant>
      <vt:variant>
        <vt:i4>26</vt:i4>
      </vt:variant>
    </vt:vector>
  </HeadingPairs>
  <TitlesOfParts>
    <vt:vector size="33" baseType="lpstr">
      <vt:lpstr>-apple-system</vt:lpstr>
      <vt:lpstr>Source Han Sans CN</vt:lpstr>
      <vt:lpstr>微软雅黑</vt:lpstr>
      <vt:lpstr>Arial</vt:lpstr>
      <vt:lpstr>Wingdings</vt:lpstr>
      <vt:lpstr>Office 主题​​</vt:lpstr>
      <vt:lpstr>1_Office 主题​​</vt:lpstr>
      <vt:lpstr>人工智能入门实践 </vt:lpstr>
      <vt:lpstr>第一章 绪论</vt:lpstr>
      <vt:lpstr>1.1 人工智能概述</vt:lpstr>
      <vt:lpstr>1.1 人工智能概述</vt:lpstr>
      <vt:lpstr>1.1 人工智能概述</vt:lpstr>
      <vt:lpstr>1.1 人工智能概述</vt:lpstr>
      <vt:lpstr>PowerPoint 演示文稿</vt:lpstr>
      <vt:lpstr>1.1 人工智能概述</vt:lpstr>
      <vt:lpstr>1.1 人工智能概述</vt:lpstr>
      <vt:lpstr>1.2 模式识别与机器学习</vt:lpstr>
      <vt:lpstr>1.2 模式识别与机器学习</vt:lpstr>
      <vt:lpstr>1.2 模式识别与机器学习</vt:lpstr>
      <vt:lpstr>1.2 模式识别与机器学习</vt:lpstr>
      <vt:lpstr>1.2 模式识别与机器学习</vt:lpstr>
      <vt:lpstr>1.3 机器学习工作包及深度学习框架</vt:lpstr>
      <vt:lpstr>1.3 机器学习工作包及深度学习框架</vt:lpstr>
      <vt:lpstr>1.3 机器学习工作包及深度学习框架</vt:lpstr>
      <vt:lpstr>1.3 机器学习工作包及深度学习框架</vt:lpstr>
      <vt:lpstr>1.3 机器学习工作包及深度学习框架</vt:lpstr>
      <vt:lpstr>1.3 机器学习工作包及深度学习框架</vt:lpstr>
      <vt:lpstr>1.3 机器学习工作包及深度学习框架</vt:lpstr>
      <vt:lpstr>1.3 机器学习工作包及深度学习框架</vt:lpstr>
      <vt:lpstr>1.3 机器学习工作包及深度学习框架</vt:lpstr>
      <vt:lpstr>1.3 机器学习工作包及深度学习框架</vt:lpstr>
      <vt:lpstr>1.3 机器学习工作包及深度学习框架</vt:lpstr>
      <vt:lpstr>习题</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人工智能入门实践 </dc:title>
  <dc:creator/>
  <cp:lastModifiedBy>光遠 李</cp:lastModifiedBy>
  <cp:revision>420</cp:revision>
  <dcterms:created xsi:type="dcterms:W3CDTF">2019-06-19T02:08:00Z</dcterms:created>
  <dcterms:modified xsi:type="dcterms:W3CDTF">2023-07-03T02:19:07Z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2052-11.1.0.12763</vt:lpwstr>
  </property>
  <property fmtid="{D5CDD505-2E9C-101B-9397-08002B2CF9AE}" pid="3" name="ICV">
    <vt:lpwstr>519490E61755474BADA5B2563F55450F</vt:lpwstr>
  </property>
</Properties>
</file>