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60000" cy="38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162000"/>
            <a:ext cx="1440000" cy="360000"/>
          </a:xfrm>
          <a:prstGeom prst="rect">
            <a:avLst/>
          </a:prstGeom>
          <a:solidFill>
            <a:srgbClr val="E8EEF4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每轮对话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756000"/>
            <a:ext cx="2304000" cy="590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0000" y="756000"/>
            <a:ext cx="2304000" cy="230400"/>
          </a:xfrm>
          <a:prstGeom prst="rect">
            <a:avLst/>
          </a:prstGeom>
          <a:solidFill>
            <a:srgbClr val="2F4A6D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  <a:ea typeface="黑体"/>
              </a:rPr>
              <a:t>L1 短期记忆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986400"/>
            <a:ext cx="2304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最近原文，按 token 预算滑动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3096000" y="756000"/>
            <a:ext cx="2304000" cy="590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96000" y="810000"/>
            <a:ext cx="230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缓冲队列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6000" y="1062000"/>
            <a:ext cx="230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攒够轮数或静默超时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692000"/>
            <a:ext cx="2304000" cy="590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692000"/>
            <a:ext cx="2304000" cy="230400"/>
          </a:xfrm>
          <a:prstGeom prst="rect">
            <a:avLst/>
          </a:prstGeom>
          <a:solidFill>
            <a:srgbClr val="2F4A6D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  <a:ea typeface="黑体"/>
              </a:rPr>
              <a:t>L2 会话摘要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922400"/>
            <a:ext cx="2304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滑出窗口的历史，增量结构化压缩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6000" y="1692000"/>
            <a:ext cx="2304000" cy="590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后台批量抽取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6000" y="2628000"/>
            <a:ext cx="2304000" cy="590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96000" y="2628000"/>
            <a:ext cx="2304000" cy="230400"/>
          </a:xfrm>
          <a:prstGeom prst="rect">
            <a:avLst/>
          </a:prstGeom>
          <a:solidFill>
            <a:srgbClr val="2F4A6D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  <a:ea typeface="黑体"/>
              </a:rPr>
              <a:t>L3 长期记忆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6000" y="2858400"/>
            <a:ext cx="2304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跨会话事实，按用户与课程隔离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3402000"/>
            <a:ext cx="5040000" cy="324000"/>
          </a:xfrm>
          <a:prstGeom prst="rect">
            <a:avLst/>
          </a:prstGeom>
          <a:solidFill>
            <a:srgbClr val="E8EEF4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本轮提示词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80000" y="522000"/>
            <a:ext cx="0" cy="1080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12000" y="630000"/>
            <a:ext cx="2736000" cy="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12000" y="630000"/>
            <a:ext cx="0" cy="1260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48000" y="630000"/>
            <a:ext cx="0" cy="1260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12000" y="1346400"/>
            <a:ext cx="0" cy="3456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48000" y="1346400"/>
            <a:ext cx="0" cy="3456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48000" y="2282400"/>
            <a:ext cx="0" cy="3456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512000" y="2282400"/>
            <a:ext cx="0" cy="11196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48000" y="3218400"/>
            <a:ext cx="0" cy="1836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16000" y="1051200"/>
            <a:ext cx="144000" cy="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16000" y="1051200"/>
            <a:ext cx="0" cy="25128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16000" y="3564000"/>
            <a:ext cx="144000" cy="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584000" y="1440000"/>
            <a:ext cx="10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Times New Roman"/>
                <a:ea typeface="宋体"/>
              </a:rPr>
              <a:t>超出窗口的历史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000" y="3231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Times New Roman"/>
                <a:ea typeface="宋体"/>
              </a:rPr>
              <a:t>语义检索 + 时间衰减 + 矛盾抑制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248000" y="288000"/>
            <a:ext cx="378000" cy="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698000" y="208800"/>
            <a:ext cx="43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写入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48000" y="468000"/>
            <a:ext cx="378000" cy="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98000" y="388800"/>
            <a:ext cx="43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读取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