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38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162000"/>
            <a:ext cx="1440000" cy="360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每轮对话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756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756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L1 短期记忆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86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最近原文，按 token 预算滑动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6000" y="756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6000" y="810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缓冲队列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6000" y="1062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攒够轮数或静默超时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69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692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L2 会话摘要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922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滑出窗口的历史，增量结构化压缩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6000" y="169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后台批量抽取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6000" y="2628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6000" y="2628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L3 长期记忆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6000" y="2858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跨会话事实，按用户与课程隔离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402000"/>
            <a:ext cx="5040000" cy="324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本轮提示词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000" y="522000"/>
            <a:ext cx="0" cy="108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12000" y="630000"/>
            <a:ext cx="2736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12000" y="630000"/>
            <a:ext cx="0" cy="12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48000" y="630000"/>
            <a:ext cx="0" cy="126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12000" y="1346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48000" y="1346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48000" y="2282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12000" y="2282400"/>
            <a:ext cx="0" cy="1119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48000" y="3218400"/>
            <a:ext cx="0" cy="183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84000" y="1440000"/>
            <a:ext cx="10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超出窗口的历史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" y="3231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语义检索 + 时间衰减 + 矛盾抑制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